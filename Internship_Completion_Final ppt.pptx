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3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38.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4" r:id="rId1"/>
    <p:sldMasterId id="2147483695" r:id="rId2"/>
  </p:sldMasterIdLst>
  <p:notesMasterIdLst>
    <p:notesMasterId r:id="rId1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9144000" cy="5143500" type="screen16x9"/>
  <p:notesSz cx="5143500" cy="9144000"/>
  <p:embeddedFontLst>
    <p:embeddedFont>
      <p:font typeface="Calibri" pitchFamily="34" charset="0"/>
      <p:regular r:id="rId18"/>
      <p:bold r:id="rId19"/>
      <p:italic r:id="rId20"/>
      <p:boldItalic r:id="rId21"/>
    </p:embeddedFont>
    <p:embeddedFont>
      <p:font typeface="Inter"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060" autoAdjust="0"/>
    <p:restoredTop sz="89522" autoAdjust="0"/>
  </p:normalViewPr>
  <p:slideViewPr>
    <p:cSldViewPr>
      <p:cViewPr varScale="1">
        <p:scale>
          <a:sx n="80" d="100"/>
          <a:sy n="80" d="100"/>
        </p:scale>
        <p:origin x="-600" y="522"/>
      </p:cViewPr>
      <p:guideLst>
        <p:guide orient="horz" pos="162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font" Target="fonts/font4.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7.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5.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1" name="Google Shape;361;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62" name="Google Shape;362;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pPr marL="0" marR="0" lvl="0" indent="0" algn="l" rtl="0">
                <a:spcBef>
                  <a:spcPts val="0"/>
                </a:spcBef>
                <a:spcAft>
                  <a:spcPts val="0"/>
                </a:spcAft>
                <a:buNone/>
              </a:p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f23ec54214_2_0: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3f23ec54214_2_0:notes"/>
          <p:cNvSpPr txBox="1">
            <a:spLocks noGrp="1"/>
          </p:cNvSpPr>
          <p:nvPr>
            <p:ph type="body" idx="1"/>
          </p:nvPr>
        </p:nvSpPr>
        <p:spPr>
          <a:xfrm>
            <a:off x="514350" y="4343400"/>
            <a:ext cx="41148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3f23ec54214_2_364: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3f23ec54214_2_364:notes"/>
          <p:cNvSpPr txBox="1">
            <a:spLocks noGrp="1"/>
          </p:cNvSpPr>
          <p:nvPr>
            <p:ph type="body" idx="1"/>
          </p:nvPr>
        </p:nvSpPr>
        <p:spPr>
          <a:xfrm>
            <a:off x="514350" y="4343400"/>
            <a:ext cx="41148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0" name="Google Shape;450;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51" name="Google Shape;451;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pPr marL="0" marR="0" lvl="0" indent="0" algn="l" rtl="0">
                <a:spcBef>
                  <a:spcPts val="0"/>
                </a:spcBef>
                <a:spcAft>
                  <a:spcPts val="0"/>
                </a:spcAft>
                <a:buNone/>
              </a:pPr>
              <a:t>4</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4" name="Google Shape;474;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75" name="Google Shape;475;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pPr marL="0" marR="0" lvl="0" indent="0" algn="l" rtl="0">
                <a:spcBef>
                  <a:spcPts val="0"/>
                </a:spcBef>
                <a:spcAft>
                  <a:spcPts val="0"/>
                </a:spcAft>
                <a:buNone/>
              </a:pPr>
              <a:t>5</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3f23ec54214_2_465: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3f23ec54214_2_465:notes"/>
          <p:cNvSpPr txBox="1">
            <a:spLocks noGrp="1"/>
          </p:cNvSpPr>
          <p:nvPr>
            <p:ph type="body" idx="1"/>
          </p:nvPr>
        </p:nvSpPr>
        <p:spPr>
          <a:xfrm>
            <a:off x="514350" y="4343400"/>
            <a:ext cx="41148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3f23ec54214_2_450: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3f23ec54214_2_450:notes"/>
          <p:cNvSpPr txBox="1">
            <a:spLocks noGrp="1"/>
          </p:cNvSpPr>
          <p:nvPr>
            <p:ph type="body" idx="1"/>
          </p:nvPr>
        </p:nvSpPr>
        <p:spPr>
          <a:xfrm>
            <a:off x="514350" y="4343400"/>
            <a:ext cx="41148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1" name="Google Shape;531;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32" name="Google Shape;532;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pPr marL="0" marR="0" lvl="0" indent="0" algn="l" rtl="0">
                <a:spcBef>
                  <a:spcPts val="0"/>
                </a:spcBef>
                <a:spcAft>
                  <a:spcPts val="0"/>
                </a:spcAft>
                <a:buNone/>
              </a:pPr>
              <a:t>8</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9"/>
        <p:cNvGrpSpPr/>
        <p:nvPr/>
      </p:nvGrpSpPr>
      <p:grpSpPr>
        <a:xfrm>
          <a:off x="0" y="0"/>
          <a:ext cx="0" cy="0"/>
          <a:chOff x="0" y="0"/>
          <a:chExt cx="0" cy="0"/>
        </a:xfrm>
      </p:grpSpPr>
      <p:sp>
        <p:nvSpPr>
          <p:cNvPr id="560" name="Google Shape;560;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1" name="Google Shape;561;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62" name="Google Shape;562;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pPr marL="0" marR="0" lvl="0" indent="0" algn="l" rtl="0">
                <a:spcBef>
                  <a:spcPts val="0"/>
                </a:spcBef>
                <a:spcAft>
                  <a:spcPts val="0"/>
                </a:spcAft>
                <a:buNone/>
              </a:pPr>
              <a:t>9</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6" name="Google Shape;596;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97" name="Google Shape;597;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pPr marL="0" marR="0" lvl="0" indent="0" algn="l" rtl="0">
                <a:spcBef>
                  <a:spcPts val="0"/>
                </a:spcBef>
                <a:spcAft>
                  <a:spcPts val="0"/>
                </a:spcAft>
                <a:buNone/>
              </a:pPr>
              <a:t>10</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0" name="Google Shape;620;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n-US" sz="1200" smtClean="0">
              <a:solidFill>
                <a:schemeClr val="dk1"/>
              </a:solidFill>
              <a:latin typeface="Arial"/>
              <a:ea typeface="Arial"/>
              <a:cs typeface="Arial"/>
              <a:sym typeface="Arial"/>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21" name="Google Shape;621;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pPr marL="0" marR="0" lvl="0" indent="0" algn="l" rtl="0">
                <a:spcBef>
                  <a:spcPts val="0"/>
                </a:spcBef>
                <a:spcAft>
                  <a:spcPts val="0"/>
                </a:spcAft>
                <a:buNone/>
              </a:pPr>
              <a:t>11</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7" name="Google Shape;677;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78" name="Google Shape;678;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pPr marL="0" marR="0" lvl="0" indent="0" algn="l" rtl="0">
                <a:spcBef>
                  <a:spcPts val="0"/>
                </a:spcBef>
                <a:spcAft>
                  <a:spcPts val="0"/>
                </a:spcAft>
                <a:buNone/>
              </a:pPr>
              <a:t>12</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3" name="Google Shape;693;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94" name="Google Shape;694;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pPr marL="0" marR="0" lvl="0" indent="0" algn="l" rtl="0">
                <a:spcBef>
                  <a:spcPts val="0"/>
                </a:spcBef>
                <a:spcAft>
                  <a:spcPts val="0"/>
                </a:spcAft>
                <a:buNone/>
              </a:pPr>
              <a:t>13</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6" name="Google Shape;736;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737" name="Google Shape;737;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pPr marL="0" marR="0" lvl="0" indent="0" algn="l" rtl="0">
                <a:spcBef>
                  <a:spcPts val="0"/>
                </a:spcBef>
                <a:spcAft>
                  <a:spcPts val="0"/>
                </a:spcAft>
                <a:buNone/>
              </a:pPr>
              <a:t>14</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 Alt 1">
  <p:cSld name="BLANK_1_1">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284850" y="474875"/>
            <a:ext cx="4227300" cy="1154700"/>
          </a:xfrm>
          <a:prstGeom prst="rect">
            <a:avLst/>
          </a:prstGeom>
        </p:spPr>
        <p:txBody>
          <a:bodyPr spcFirstLastPara="1" wrap="square" lIns="0" tIns="0" rIns="0" bIns="0" anchor="t" anchorCtr="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a:endParaRPr/>
          </a:p>
        </p:txBody>
      </p:sp>
      <p:sp>
        <p:nvSpPr>
          <p:cNvPr id="17" name="Google Shape;17;p4"/>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8" name="Google Shape;18;p4"/>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4"/>
          <p:cNvSpPr txBox="1">
            <a:spLocks noGrp="1"/>
          </p:cNvSpPr>
          <p:nvPr>
            <p:ph type="body" idx="1"/>
          </p:nvPr>
        </p:nvSpPr>
        <p:spPr>
          <a:xfrm>
            <a:off x="4629550" y="3479875"/>
            <a:ext cx="4227300" cy="923400"/>
          </a:xfrm>
          <a:prstGeom prst="rect">
            <a:avLst/>
          </a:prstGeom>
        </p:spPr>
        <p:txBody>
          <a:bodyPr spcFirstLastPara="1" wrap="square" lIns="182875" tIns="91425" rIns="182875" bIns="91425" anchor="t" anchorCtr="0">
            <a:noAutofit/>
          </a:bodyPr>
          <a:lstStyle>
            <a:lvl1pPr marL="457200" lvl="0" indent="-304800">
              <a:lnSpc>
                <a:spcPct val="100000"/>
              </a:lnSpc>
              <a:spcBef>
                <a:spcPts val="0"/>
              </a:spcBef>
              <a:spcAft>
                <a:spcPts val="0"/>
              </a:spcAft>
              <a:buSzPts val="1200"/>
              <a:buChar char="●"/>
              <a:defRPr/>
            </a:lvl1pPr>
            <a:lvl2pPr marL="914400" lvl="1" indent="-304800">
              <a:lnSpc>
                <a:spcPct val="100000"/>
              </a:lnSpc>
              <a:spcBef>
                <a:spcPts val="0"/>
              </a:spcBef>
              <a:spcAft>
                <a:spcPts val="0"/>
              </a:spcAft>
              <a:buSzPts val="1200"/>
              <a:buChar char="○"/>
              <a:defRPr/>
            </a:lvl2pPr>
            <a:lvl3pPr marL="1371600" lvl="2" indent="-304800">
              <a:lnSpc>
                <a:spcPct val="100000"/>
              </a:lnSpc>
              <a:spcBef>
                <a:spcPts val="0"/>
              </a:spcBef>
              <a:spcAft>
                <a:spcPts val="0"/>
              </a:spcAft>
              <a:buSzPts val="1200"/>
              <a:buChar char="■"/>
              <a:defRPr/>
            </a:lvl3pPr>
            <a:lvl4pPr marL="1828800" lvl="3" indent="-304800">
              <a:lnSpc>
                <a:spcPct val="100000"/>
              </a:lnSpc>
              <a:spcBef>
                <a:spcPts val="0"/>
              </a:spcBef>
              <a:spcAft>
                <a:spcPts val="0"/>
              </a:spcAft>
              <a:buSzPts val="1200"/>
              <a:buChar char="●"/>
              <a:defRPr/>
            </a:lvl4pPr>
            <a:lvl5pPr marL="2286000" lvl="4" indent="-304800">
              <a:lnSpc>
                <a:spcPct val="100000"/>
              </a:lnSpc>
              <a:spcBef>
                <a:spcPts val="0"/>
              </a:spcBef>
              <a:spcAft>
                <a:spcPts val="0"/>
              </a:spcAft>
              <a:buSzPts val="1200"/>
              <a:buChar char="○"/>
              <a:defRPr/>
            </a:lvl5pPr>
            <a:lvl6pPr marL="2743200" lvl="5" indent="-304800">
              <a:lnSpc>
                <a:spcPct val="100000"/>
              </a:lnSpc>
              <a:spcBef>
                <a:spcPts val="0"/>
              </a:spcBef>
              <a:spcAft>
                <a:spcPts val="0"/>
              </a:spcAft>
              <a:buSzPts val="1200"/>
              <a:buChar char="■"/>
              <a:defRPr/>
            </a:lvl6pPr>
            <a:lvl7pPr marL="3200400" lvl="6" indent="-304800">
              <a:lnSpc>
                <a:spcPct val="100000"/>
              </a:lnSpc>
              <a:spcBef>
                <a:spcPts val="0"/>
              </a:spcBef>
              <a:spcAft>
                <a:spcPts val="0"/>
              </a:spcAft>
              <a:buSzPts val="1200"/>
              <a:buChar char="●"/>
              <a:defRPr/>
            </a:lvl7pPr>
            <a:lvl8pPr marL="3657600" lvl="7" indent="-304800">
              <a:lnSpc>
                <a:spcPct val="100000"/>
              </a:lnSpc>
              <a:spcBef>
                <a:spcPts val="0"/>
              </a:spcBef>
              <a:spcAft>
                <a:spcPts val="0"/>
              </a:spcAft>
              <a:buSzPts val="1200"/>
              <a:buChar char="○"/>
              <a:defRPr/>
            </a:lvl8pPr>
            <a:lvl9pPr marL="4114800" lvl="8" indent="-304800">
              <a:lnSpc>
                <a:spcPct val="100000"/>
              </a:lnSpc>
              <a:spcBef>
                <a:spcPts val="0"/>
              </a:spcBef>
              <a:spcAft>
                <a:spcPts val="0"/>
              </a:spcAft>
              <a:buSzPts val="12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 Alt 2">
  <p:cSld name="BLANK_1_1_1_1_2">
    <p:bg>
      <p:bgPr>
        <a:solidFill>
          <a:schemeClr val="accent1"/>
        </a:solidFill>
        <a:effectLst/>
      </p:bgPr>
    </p:bg>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284850" y="285900"/>
            <a:ext cx="6423900" cy="587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a:endParaRPr/>
          </a:p>
        </p:txBody>
      </p:sp>
      <p:sp>
        <p:nvSpPr>
          <p:cNvPr id="23" name="Google Shape;23;p5"/>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24" name="Google Shape;24;p5"/>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 Alt 3">
  <p:cSld name="BLANK_1_1_1_1_2_1">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284850" y="285900"/>
            <a:ext cx="6423900" cy="587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a:endParaRPr/>
          </a:p>
        </p:txBody>
      </p:sp>
      <p:sp>
        <p:nvSpPr>
          <p:cNvPr id="28" name="Google Shape;28;p6"/>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29" name="Google Shape;29;p6"/>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6"/>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 Alt 4">
  <p:cSld name="BLANK_1_1_1_1_2_1_1">
    <p:bg>
      <p:bgPr>
        <a:solidFill>
          <a:schemeClr val="lt1"/>
        </a:solidFill>
        <a:effectLst/>
      </p:bgPr>
    </p:bg>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284850" y="285900"/>
            <a:ext cx="6423900" cy="587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cxnSp>
        <p:nvCxnSpPr>
          <p:cNvPr id="33" name="Google Shape;33;p7"/>
          <p:cNvCxnSpPr/>
          <p:nvPr/>
        </p:nvCxnSpPr>
        <p:spPr>
          <a:xfrm>
            <a:off x="283850" y="4683734"/>
            <a:ext cx="8573100" cy="0"/>
          </a:xfrm>
          <a:prstGeom prst="straightConnector1">
            <a:avLst/>
          </a:prstGeom>
          <a:noFill/>
          <a:ln w="9525" cap="flat" cmpd="sng">
            <a:solidFill>
              <a:schemeClr val="dk1"/>
            </a:solidFill>
            <a:prstDash val="solid"/>
            <a:round/>
            <a:headEnd type="none" w="med" len="med"/>
            <a:tailEnd type="none" w="med" len="med"/>
          </a:ln>
        </p:spPr>
      </p:cxnSp>
      <p:sp>
        <p:nvSpPr>
          <p:cNvPr id="34" name="Google Shape;34;p7"/>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35" name="Google Shape;35;p7"/>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36" name="Google Shape;36;p7"/>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 Alt 1">
  <p:cSld name="BLANK_1_1_1_1_1_1_1">
    <p:bg>
      <p:bgPr>
        <a:solidFill>
          <a:schemeClr val="lt1"/>
        </a:solidFill>
        <a:effectLst/>
      </p:bgPr>
    </p:bg>
    <p:spTree>
      <p:nvGrpSpPr>
        <p:cNvPr id="1" name="Shape 37"/>
        <p:cNvGrpSpPr/>
        <p:nvPr/>
      </p:nvGrpSpPr>
      <p:grpSpPr>
        <a:xfrm>
          <a:off x="0" y="0"/>
          <a:ext cx="0" cy="0"/>
          <a:chOff x="0" y="0"/>
          <a:chExt cx="0" cy="0"/>
        </a:xfrm>
      </p:grpSpPr>
      <p:cxnSp>
        <p:nvCxnSpPr>
          <p:cNvPr id="38" name="Google Shape;38;p8"/>
          <p:cNvCxnSpPr/>
          <p:nvPr/>
        </p:nvCxnSpPr>
        <p:spPr>
          <a:xfrm>
            <a:off x="283850" y="4683725"/>
            <a:ext cx="8573100" cy="0"/>
          </a:xfrm>
          <a:prstGeom prst="straightConnector1">
            <a:avLst/>
          </a:prstGeom>
          <a:noFill/>
          <a:ln w="9525" cap="flat" cmpd="sng">
            <a:solidFill>
              <a:schemeClr val="dk1"/>
            </a:solidFill>
            <a:prstDash val="solid"/>
            <a:round/>
            <a:headEnd type="none" w="med" len="med"/>
            <a:tailEnd type="none" w="med" len="med"/>
          </a:ln>
        </p:spPr>
      </p:cxnSp>
      <p:sp>
        <p:nvSpPr>
          <p:cNvPr id="39" name="Google Shape;39;p8"/>
          <p:cNvSpPr txBox="1">
            <a:spLocks noGrp="1"/>
          </p:cNvSpPr>
          <p:nvPr>
            <p:ph type="title"/>
          </p:nvPr>
        </p:nvSpPr>
        <p:spPr>
          <a:xfrm>
            <a:off x="283850" y="230676"/>
            <a:ext cx="6683700" cy="1236900"/>
          </a:xfrm>
          <a:prstGeom prst="rect">
            <a:avLst/>
          </a:prstGeom>
        </p:spPr>
        <p:txBody>
          <a:bodyPr spcFirstLastPara="1" wrap="square" lIns="0" tIns="91425" rIns="91425" bIns="91425" anchor="t" anchorCtr="0">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a:endParaRPr/>
          </a:p>
        </p:txBody>
      </p:sp>
      <p:sp>
        <p:nvSpPr>
          <p:cNvPr id="40" name="Google Shape;40;p8"/>
          <p:cNvSpPr txBox="1">
            <a:spLocks noGrp="1"/>
          </p:cNvSpPr>
          <p:nvPr>
            <p:ph type="subTitle" idx="1"/>
          </p:nvPr>
        </p:nvSpPr>
        <p:spPr>
          <a:xfrm>
            <a:off x="6214200" y="3602000"/>
            <a:ext cx="2386500" cy="804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a:endParaRPr/>
          </a:p>
        </p:txBody>
      </p:sp>
      <p:sp>
        <p:nvSpPr>
          <p:cNvPr id="41" name="Google Shape;41;p8"/>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42" name="Google Shape;42;p8"/>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
        <p:nvSpPr>
          <p:cNvPr id="43" name="Google Shape;43;p8"/>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
        <p:nvSpPr>
          <p:cNvPr id="44" name="Google Shape;44;p8"/>
          <p:cNvSpPr>
            <a:spLocks noGrp="1"/>
          </p:cNvSpPr>
          <p:nvPr>
            <p:ph type="pic" idx="4"/>
          </p:nvPr>
        </p:nvSpPr>
        <p:spPr>
          <a:xfrm>
            <a:off x="4629750" y="3386700"/>
            <a:ext cx="1328400" cy="12909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 Alt 3">
  <p:cSld name="BLANK_3_1">
    <p:bg>
      <p:bgPr>
        <a:solidFill>
          <a:schemeClr val="accent3"/>
        </a:solidFill>
        <a:effectLst/>
      </p:bgPr>
    </p:bg>
    <p:spTree>
      <p:nvGrpSpPr>
        <p:cNvPr id="1" name="Shape 45"/>
        <p:cNvGrpSpPr/>
        <p:nvPr/>
      </p:nvGrpSpPr>
      <p:grpSpPr>
        <a:xfrm>
          <a:off x="0" y="0"/>
          <a:ext cx="0" cy="0"/>
          <a:chOff x="0" y="0"/>
          <a:chExt cx="0" cy="0"/>
        </a:xfrm>
      </p:grpSpPr>
      <p:sp>
        <p:nvSpPr>
          <p:cNvPr id="46" name="Google Shape;46;p9"/>
          <p:cNvSpPr/>
          <p:nvPr/>
        </p:nvSpPr>
        <p:spPr>
          <a:xfrm>
            <a:off x="3186050" y="288625"/>
            <a:ext cx="5670900" cy="2929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Inter"/>
              <a:ea typeface="Inter"/>
              <a:cs typeface="Inter"/>
              <a:sym typeface="Inter"/>
            </a:endParaRPr>
          </a:p>
        </p:txBody>
      </p:sp>
      <p:sp>
        <p:nvSpPr>
          <p:cNvPr id="47" name="Google Shape;47;p9"/>
          <p:cNvSpPr/>
          <p:nvPr/>
        </p:nvSpPr>
        <p:spPr>
          <a:xfrm>
            <a:off x="3499026" y="558338"/>
            <a:ext cx="5044948" cy="2389773"/>
          </a:xfrm>
          <a:custGeom>
            <a:avLst/>
            <a:gdLst/>
            <a:ahLst/>
            <a:cxnLst/>
            <a:rect l="l" t="t" r="r" b="b"/>
            <a:pathLst>
              <a:path w="47712" h="22601" extrusionOk="0">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sp>
        <p:nvSpPr>
          <p:cNvPr id="48" name="Google Shape;48;p9"/>
          <p:cNvSpPr txBox="1">
            <a:spLocks noGrp="1"/>
          </p:cNvSpPr>
          <p:nvPr>
            <p:ph type="title"/>
          </p:nvPr>
        </p:nvSpPr>
        <p:spPr>
          <a:xfrm>
            <a:off x="283850" y="474875"/>
            <a:ext cx="2773200" cy="1585200"/>
          </a:xfrm>
          <a:prstGeom prst="rect">
            <a:avLst/>
          </a:prstGeom>
        </p:spPr>
        <p:txBody>
          <a:bodyPr spcFirstLastPara="1" wrap="square" lIns="0" tIns="91425" rIns="0" bIns="0" anchor="t" anchorCtr="0">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a:endParaRPr/>
          </a:p>
        </p:txBody>
      </p:sp>
      <p:sp>
        <p:nvSpPr>
          <p:cNvPr id="49" name="Google Shape;49;p9"/>
          <p:cNvSpPr txBox="1">
            <a:spLocks noGrp="1"/>
          </p:cNvSpPr>
          <p:nvPr>
            <p:ph type="subTitle" idx="1"/>
          </p:nvPr>
        </p:nvSpPr>
        <p:spPr>
          <a:xfrm>
            <a:off x="284850" y="3602000"/>
            <a:ext cx="2773200" cy="8046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a:endParaRPr/>
          </a:p>
        </p:txBody>
      </p:sp>
      <p:sp>
        <p:nvSpPr>
          <p:cNvPr id="50" name="Google Shape;50;p9"/>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51" name="Google Shape;51;p9"/>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
        <p:nvSpPr>
          <p:cNvPr id="52" name="Google Shape;52;p9"/>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 Alt 4">
  <p:cSld name="BLANK_3_1_1">
    <p:bg>
      <p:bgPr>
        <a:solidFill>
          <a:schemeClr val="accent1"/>
        </a:solidFill>
        <a:effectLst/>
      </p:bgPr>
    </p:bg>
    <p:spTree>
      <p:nvGrpSpPr>
        <p:cNvPr id="1" name="Shape 53"/>
        <p:cNvGrpSpPr/>
        <p:nvPr/>
      </p:nvGrpSpPr>
      <p:grpSpPr>
        <a:xfrm>
          <a:off x="0" y="0"/>
          <a:ext cx="0" cy="0"/>
          <a:chOff x="0" y="0"/>
          <a:chExt cx="0" cy="0"/>
        </a:xfrm>
      </p:grpSpPr>
      <p:sp>
        <p:nvSpPr>
          <p:cNvPr id="54" name="Google Shape;54;p10"/>
          <p:cNvSpPr txBox="1">
            <a:spLocks noGrp="1"/>
          </p:cNvSpPr>
          <p:nvPr>
            <p:ph type="title"/>
          </p:nvPr>
        </p:nvSpPr>
        <p:spPr>
          <a:xfrm>
            <a:off x="283850" y="474875"/>
            <a:ext cx="2773200" cy="1585200"/>
          </a:xfrm>
          <a:prstGeom prst="rect">
            <a:avLst/>
          </a:prstGeom>
        </p:spPr>
        <p:txBody>
          <a:bodyPr spcFirstLastPara="1" wrap="square" lIns="0" tIns="91425" rIns="0" bIns="0" anchor="t" anchorCtr="0">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a:endParaRPr/>
          </a:p>
        </p:txBody>
      </p:sp>
      <p:sp>
        <p:nvSpPr>
          <p:cNvPr id="55" name="Google Shape;55;p10"/>
          <p:cNvSpPr txBox="1">
            <a:spLocks noGrp="1"/>
          </p:cNvSpPr>
          <p:nvPr>
            <p:ph type="subTitle" idx="1"/>
          </p:nvPr>
        </p:nvSpPr>
        <p:spPr>
          <a:xfrm>
            <a:off x="284850" y="3602000"/>
            <a:ext cx="2773200" cy="804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a:endParaRPr/>
          </a:p>
        </p:txBody>
      </p:sp>
      <p:sp>
        <p:nvSpPr>
          <p:cNvPr id="56" name="Google Shape;56;p10"/>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57" name="Google Shape;57;p10"/>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0"/>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10"/>
          <p:cNvSpPr>
            <a:spLocks noGrp="1"/>
          </p:cNvSpPr>
          <p:nvPr>
            <p:ph type="pic" idx="4"/>
          </p:nvPr>
        </p:nvSpPr>
        <p:spPr>
          <a:xfrm>
            <a:off x="3185700" y="291263"/>
            <a:ext cx="5671200" cy="4387800"/>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 Alt 2">
  <p:cSld name="BLANK_1_1_1_1_1_1_1_1_1_1_2">
    <p:bg>
      <p:bgPr>
        <a:solidFill>
          <a:schemeClr val="lt1"/>
        </a:solidFill>
        <a:effectLst/>
      </p:bgPr>
    </p:bg>
    <p:spTree>
      <p:nvGrpSpPr>
        <p:cNvPr id="1" name="Shape 60"/>
        <p:cNvGrpSpPr/>
        <p:nvPr/>
      </p:nvGrpSpPr>
      <p:grpSpPr>
        <a:xfrm>
          <a:off x="0" y="0"/>
          <a:ext cx="0" cy="0"/>
          <a:chOff x="0" y="0"/>
          <a:chExt cx="0" cy="0"/>
        </a:xfrm>
      </p:grpSpPr>
      <p:sp>
        <p:nvSpPr>
          <p:cNvPr id="61" name="Google Shape;61;p11"/>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62" name="Google Shape;62;p11"/>
          <p:cNvSpPr txBox="1">
            <a:spLocks noGrp="1"/>
          </p:cNvSpPr>
          <p:nvPr>
            <p:ph type="title"/>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
        <p:nvSpPr>
          <p:cNvPr id="63" name="Google Shape;63;p11"/>
          <p:cNvSpPr txBox="1">
            <a:spLocks noGrp="1"/>
          </p:cNvSpPr>
          <p:nvPr>
            <p:ph type="title" idx="2"/>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Agenda - Alt 5">
  <p:cSld name="BLANK_1_1_1_1_1_1_1_1_1_1_1_2_1">
    <p:bg>
      <p:bgPr>
        <a:solidFill>
          <a:schemeClr val="lt1"/>
        </a:solidFill>
        <a:effectLst/>
      </p:bgPr>
    </p:bg>
    <p:spTree>
      <p:nvGrpSpPr>
        <p:cNvPr id="1" name="Shape 64"/>
        <p:cNvGrpSpPr/>
        <p:nvPr/>
      </p:nvGrpSpPr>
      <p:grpSpPr>
        <a:xfrm>
          <a:off x="0" y="0"/>
          <a:ext cx="0" cy="0"/>
          <a:chOff x="0" y="0"/>
          <a:chExt cx="0" cy="0"/>
        </a:xfrm>
      </p:grpSpPr>
      <p:sp>
        <p:nvSpPr>
          <p:cNvPr id="65" name="Google Shape;65;p12"/>
          <p:cNvSpPr txBox="1">
            <a:spLocks noGrp="1"/>
          </p:cNvSpPr>
          <p:nvPr>
            <p:ph type="title"/>
          </p:nvPr>
        </p:nvSpPr>
        <p:spPr>
          <a:xfrm>
            <a:off x="283850" y="285900"/>
            <a:ext cx="4227600" cy="309300"/>
          </a:xfrm>
          <a:prstGeom prst="rect">
            <a:avLst/>
          </a:prstGeom>
        </p:spPr>
        <p:txBody>
          <a:bodyPr spcFirstLastPara="1" wrap="square" lIns="0" tIns="0" rIns="0" bIns="0" anchor="t" anchorCtr="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a:endParaRPr/>
          </a:p>
        </p:txBody>
      </p:sp>
      <p:sp>
        <p:nvSpPr>
          <p:cNvPr id="66" name="Google Shape;66;p12"/>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67" name="Google Shape;67;p12"/>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68" name="Google Shape;68;p12"/>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69" name="Google Shape;69;p12"/>
          <p:cNvSpPr txBox="1">
            <a:spLocks noGrp="1"/>
          </p:cNvSpPr>
          <p:nvPr>
            <p:ph type="subTitle" idx="1"/>
          </p:nvPr>
        </p:nvSpPr>
        <p:spPr>
          <a:xfrm>
            <a:off x="1125100" y="2345400"/>
            <a:ext cx="5559300" cy="773700"/>
          </a:xfrm>
          <a:prstGeom prst="rect">
            <a:avLst/>
          </a:prstGeom>
        </p:spPr>
        <p:txBody>
          <a:bodyPr spcFirstLastPara="1" wrap="square" lIns="0" tIns="0" rIns="0" bIns="0" anchor="ctr" anchorCtr="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70" name="Google Shape;70;p12"/>
          <p:cNvSpPr txBox="1">
            <a:spLocks noGrp="1"/>
          </p:cNvSpPr>
          <p:nvPr>
            <p:ph type="subTitle" idx="4"/>
          </p:nvPr>
        </p:nvSpPr>
        <p:spPr>
          <a:xfrm flipH="1">
            <a:off x="6801950" y="2345400"/>
            <a:ext cx="2055000" cy="773700"/>
          </a:xfrm>
          <a:prstGeom prst="rect">
            <a:avLst/>
          </a:prstGeom>
        </p:spPr>
        <p:txBody>
          <a:bodyPr spcFirstLastPara="1" wrap="square" lIns="0" tIns="0" rIns="0" bIns="0" anchor="ctr" anchorCtr="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71" name="Google Shape;71;p12"/>
          <p:cNvSpPr txBox="1">
            <a:spLocks noGrp="1"/>
          </p:cNvSpPr>
          <p:nvPr>
            <p:ph type="subTitle" idx="5"/>
          </p:nvPr>
        </p:nvSpPr>
        <p:spPr>
          <a:xfrm>
            <a:off x="1125100" y="1555600"/>
            <a:ext cx="5559300" cy="773700"/>
          </a:xfrm>
          <a:prstGeom prst="rect">
            <a:avLst/>
          </a:prstGeom>
        </p:spPr>
        <p:txBody>
          <a:bodyPr spcFirstLastPara="1" wrap="square" lIns="0" tIns="0" rIns="0" bIns="0" anchor="ctr" anchorCtr="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72" name="Google Shape;72;p12"/>
          <p:cNvSpPr txBox="1">
            <a:spLocks noGrp="1"/>
          </p:cNvSpPr>
          <p:nvPr>
            <p:ph type="subTitle" idx="6"/>
          </p:nvPr>
        </p:nvSpPr>
        <p:spPr>
          <a:xfrm flipH="1">
            <a:off x="6801950" y="1555600"/>
            <a:ext cx="2055000" cy="773700"/>
          </a:xfrm>
          <a:prstGeom prst="rect">
            <a:avLst/>
          </a:prstGeom>
        </p:spPr>
        <p:txBody>
          <a:bodyPr spcFirstLastPara="1" wrap="square" lIns="0" tIns="0" rIns="0" bIns="0" anchor="ctr" anchorCtr="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73" name="Google Shape;73;p12"/>
          <p:cNvSpPr txBox="1">
            <a:spLocks noGrp="1"/>
          </p:cNvSpPr>
          <p:nvPr>
            <p:ph type="subTitle" idx="7"/>
          </p:nvPr>
        </p:nvSpPr>
        <p:spPr>
          <a:xfrm>
            <a:off x="1125100" y="3123163"/>
            <a:ext cx="5559300" cy="773700"/>
          </a:xfrm>
          <a:prstGeom prst="rect">
            <a:avLst/>
          </a:prstGeom>
        </p:spPr>
        <p:txBody>
          <a:bodyPr spcFirstLastPara="1" wrap="square" lIns="0" tIns="0" rIns="0" bIns="0" anchor="ctr" anchorCtr="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74" name="Google Shape;74;p12"/>
          <p:cNvSpPr txBox="1">
            <a:spLocks noGrp="1"/>
          </p:cNvSpPr>
          <p:nvPr>
            <p:ph type="subTitle" idx="8"/>
          </p:nvPr>
        </p:nvSpPr>
        <p:spPr>
          <a:xfrm flipH="1">
            <a:off x="6801950" y="3123163"/>
            <a:ext cx="2055000" cy="773700"/>
          </a:xfrm>
          <a:prstGeom prst="rect">
            <a:avLst/>
          </a:prstGeom>
        </p:spPr>
        <p:txBody>
          <a:bodyPr spcFirstLastPara="1" wrap="square" lIns="0" tIns="0" rIns="0" bIns="0" anchor="ctr" anchorCtr="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75" name="Google Shape;75;p12"/>
          <p:cNvSpPr txBox="1">
            <a:spLocks noGrp="1"/>
          </p:cNvSpPr>
          <p:nvPr>
            <p:ph type="subTitle" idx="9"/>
          </p:nvPr>
        </p:nvSpPr>
        <p:spPr>
          <a:xfrm>
            <a:off x="1125100" y="3902913"/>
            <a:ext cx="5559300" cy="773700"/>
          </a:xfrm>
          <a:prstGeom prst="rect">
            <a:avLst/>
          </a:prstGeom>
        </p:spPr>
        <p:txBody>
          <a:bodyPr spcFirstLastPara="1" wrap="square" lIns="0" tIns="0" rIns="0" bIns="0" anchor="ctr" anchorCtr="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76" name="Google Shape;76;p12"/>
          <p:cNvSpPr txBox="1">
            <a:spLocks noGrp="1"/>
          </p:cNvSpPr>
          <p:nvPr>
            <p:ph type="subTitle" idx="13"/>
          </p:nvPr>
        </p:nvSpPr>
        <p:spPr>
          <a:xfrm flipH="1">
            <a:off x="6801950" y="3902913"/>
            <a:ext cx="2055000" cy="773700"/>
          </a:xfrm>
          <a:prstGeom prst="rect">
            <a:avLst/>
          </a:prstGeom>
        </p:spPr>
        <p:txBody>
          <a:bodyPr spcFirstLastPara="1" wrap="square" lIns="0" tIns="0" rIns="0" bIns="0" anchor="ctr" anchorCtr="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body and image - Alt 3">
  <p:cSld name="CUSTOM_1">
    <p:bg>
      <p:bgPr>
        <a:solidFill>
          <a:schemeClr val="lt1"/>
        </a:solidFill>
        <a:effectLst/>
      </p:bgPr>
    </p:bg>
    <p:spTree>
      <p:nvGrpSpPr>
        <p:cNvPr id="1" name="Shape 77"/>
        <p:cNvGrpSpPr/>
        <p:nvPr/>
      </p:nvGrpSpPr>
      <p:grpSpPr>
        <a:xfrm>
          <a:off x="0" y="0"/>
          <a:ext cx="0" cy="0"/>
          <a:chOff x="0" y="0"/>
          <a:chExt cx="0" cy="0"/>
        </a:xfrm>
      </p:grpSpPr>
      <p:sp>
        <p:nvSpPr>
          <p:cNvPr id="78" name="Google Shape;78;p13"/>
          <p:cNvSpPr>
            <a:spLocks noGrp="1"/>
          </p:cNvSpPr>
          <p:nvPr>
            <p:ph type="pic" idx="2"/>
          </p:nvPr>
        </p:nvSpPr>
        <p:spPr>
          <a:xfrm>
            <a:off x="283850" y="2178075"/>
            <a:ext cx="4227600" cy="2505600"/>
          </a:xfrm>
          <a:prstGeom prst="rect">
            <a:avLst/>
          </a:prstGeom>
          <a:noFill/>
          <a:ln>
            <a:noFill/>
          </a:ln>
        </p:spPr>
      </p:sp>
      <p:sp>
        <p:nvSpPr>
          <p:cNvPr id="79" name="Google Shape;79;p13"/>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80" name="Google Shape;80;p13"/>
          <p:cNvSpPr txBox="1">
            <a:spLocks noGrp="1"/>
          </p:cNvSpPr>
          <p:nvPr>
            <p:ph type="title"/>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81" name="Google Shape;81;p13"/>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82" name="Google Shape;82;p13"/>
          <p:cNvSpPr txBox="1">
            <a:spLocks noGrp="1"/>
          </p:cNvSpPr>
          <p:nvPr>
            <p:ph type="title" idx="4"/>
          </p:nvPr>
        </p:nvSpPr>
        <p:spPr>
          <a:xfrm>
            <a:off x="283850" y="285900"/>
            <a:ext cx="56742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83" name="Google Shape;83;p13"/>
          <p:cNvSpPr txBox="1">
            <a:spLocks noGrp="1"/>
          </p:cNvSpPr>
          <p:nvPr>
            <p:ph type="body" idx="1"/>
          </p:nvPr>
        </p:nvSpPr>
        <p:spPr>
          <a:xfrm>
            <a:off x="4629300" y="2636275"/>
            <a:ext cx="4227600" cy="204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84" name="Google Shape;84;p13"/>
          <p:cNvSpPr/>
          <p:nvPr/>
        </p:nvSpPr>
        <p:spPr>
          <a:xfrm rot="10800000">
            <a:off x="8020323" y="286810"/>
            <a:ext cx="836528" cy="836365"/>
          </a:xfrm>
          <a:custGeom>
            <a:avLst/>
            <a:gdLst/>
            <a:ahLst/>
            <a:cxnLst/>
            <a:rect l="l" t="t" r="r" b="b"/>
            <a:pathLst>
              <a:path w="32645" h="32645" extrusionOk="0">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body and image - Alt 4">
  <p:cSld name="BLANK_1_1_1_1_1_1_1_1_1_1_1_1_3">
    <p:bg>
      <p:bgPr>
        <a:solidFill>
          <a:schemeClr val="lt1"/>
        </a:solidFill>
        <a:effectLst/>
      </p:bgPr>
    </p:bg>
    <p:spTree>
      <p:nvGrpSpPr>
        <p:cNvPr id="1" name="Shape 85"/>
        <p:cNvGrpSpPr/>
        <p:nvPr/>
      </p:nvGrpSpPr>
      <p:grpSpPr>
        <a:xfrm>
          <a:off x="0" y="0"/>
          <a:ext cx="0" cy="0"/>
          <a:chOff x="0" y="0"/>
          <a:chExt cx="0" cy="0"/>
        </a:xfrm>
      </p:grpSpPr>
      <p:sp>
        <p:nvSpPr>
          <p:cNvPr id="86" name="Google Shape;86;p14"/>
          <p:cNvSpPr>
            <a:spLocks noGrp="1"/>
          </p:cNvSpPr>
          <p:nvPr>
            <p:ph type="pic" idx="2"/>
          </p:nvPr>
        </p:nvSpPr>
        <p:spPr>
          <a:xfrm>
            <a:off x="4629750" y="0"/>
            <a:ext cx="4227000" cy="4683600"/>
          </a:xfrm>
          <a:prstGeom prst="roundRect">
            <a:avLst>
              <a:gd name="adj" fmla="val 0"/>
            </a:avLst>
          </a:prstGeom>
          <a:noFill/>
          <a:ln>
            <a:noFill/>
          </a:ln>
        </p:spPr>
      </p:sp>
      <p:sp>
        <p:nvSpPr>
          <p:cNvPr id="87" name="Google Shape;87;p14"/>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88" name="Google Shape;88;p14"/>
          <p:cNvSpPr txBox="1">
            <a:spLocks noGrp="1"/>
          </p:cNvSpPr>
          <p:nvPr>
            <p:ph type="title"/>
          </p:nvPr>
        </p:nvSpPr>
        <p:spPr>
          <a:xfrm>
            <a:off x="283850" y="285900"/>
            <a:ext cx="42276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89" name="Google Shape;89;p14"/>
          <p:cNvSpPr txBox="1">
            <a:spLocks noGrp="1"/>
          </p:cNvSpPr>
          <p:nvPr>
            <p:ph type="body" idx="1"/>
          </p:nvPr>
        </p:nvSpPr>
        <p:spPr>
          <a:xfrm>
            <a:off x="763175" y="2599225"/>
            <a:ext cx="3748800" cy="20844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Clr>
                <a:schemeClr val="dk1"/>
              </a:buClr>
              <a:buSzPts val="1000"/>
              <a:buChar char="●"/>
              <a:defRPr sz="1000">
                <a:solidFill>
                  <a:schemeClr val="dk1"/>
                </a:solidFill>
              </a:defRPr>
            </a:lvl1pPr>
            <a:lvl2pPr marL="914400" lvl="1" indent="-292100">
              <a:lnSpc>
                <a:spcPct val="100000"/>
              </a:lnSpc>
              <a:spcBef>
                <a:spcPts val="0"/>
              </a:spcBef>
              <a:spcAft>
                <a:spcPts val="0"/>
              </a:spcAft>
              <a:buClr>
                <a:schemeClr val="dk1"/>
              </a:buClr>
              <a:buSzPts val="1000"/>
              <a:buChar char="○"/>
              <a:defRPr sz="1000">
                <a:solidFill>
                  <a:schemeClr val="dk1"/>
                </a:solidFill>
              </a:defRPr>
            </a:lvl2pPr>
            <a:lvl3pPr marL="1371600" lvl="2" indent="-292100">
              <a:lnSpc>
                <a:spcPct val="100000"/>
              </a:lnSpc>
              <a:spcBef>
                <a:spcPts val="0"/>
              </a:spcBef>
              <a:spcAft>
                <a:spcPts val="0"/>
              </a:spcAft>
              <a:buClr>
                <a:schemeClr val="dk1"/>
              </a:buClr>
              <a:buSzPts val="1000"/>
              <a:buChar char="■"/>
              <a:defRPr sz="1000">
                <a:solidFill>
                  <a:schemeClr val="dk1"/>
                </a:solidFill>
              </a:defRPr>
            </a:lvl3pPr>
            <a:lvl4pPr marL="1828800" lvl="3" indent="-292100">
              <a:lnSpc>
                <a:spcPct val="100000"/>
              </a:lnSpc>
              <a:spcBef>
                <a:spcPts val="0"/>
              </a:spcBef>
              <a:spcAft>
                <a:spcPts val="0"/>
              </a:spcAft>
              <a:buClr>
                <a:schemeClr val="dk1"/>
              </a:buClr>
              <a:buSzPts val="1000"/>
              <a:buChar char="●"/>
              <a:defRPr sz="1000">
                <a:solidFill>
                  <a:schemeClr val="dk1"/>
                </a:solidFill>
              </a:defRPr>
            </a:lvl4pPr>
            <a:lvl5pPr marL="2286000" lvl="4" indent="-292100">
              <a:lnSpc>
                <a:spcPct val="100000"/>
              </a:lnSpc>
              <a:spcBef>
                <a:spcPts val="0"/>
              </a:spcBef>
              <a:spcAft>
                <a:spcPts val="0"/>
              </a:spcAft>
              <a:buClr>
                <a:schemeClr val="dk1"/>
              </a:buClr>
              <a:buSzPts val="1000"/>
              <a:buChar char="○"/>
              <a:defRPr sz="1000">
                <a:solidFill>
                  <a:schemeClr val="dk1"/>
                </a:solidFill>
              </a:defRPr>
            </a:lvl5pPr>
            <a:lvl6pPr marL="2743200" lvl="5" indent="-292100">
              <a:lnSpc>
                <a:spcPct val="100000"/>
              </a:lnSpc>
              <a:spcBef>
                <a:spcPts val="0"/>
              </a:spcBef>
              <a:spcAft>
                <a:spcPts val="0"/>
              </a:spcAft>
              <a:buClr>
                <a:schemeClr val="dk1"/>
              </a:buClr>
              <a:buSzPts val="1000"/>
              <a:buChar char="■"/>
              <a:defRPr sz="1000">
                <a:solidFill>
                  <a:schemeClr val="dk1"/>
                </a:solidFill>
              </a:defRPr>
            </a:lvl6pPr>
            <a:lvl7pPr marL="3200400" lvl="6" indent="-292100">
              <a:lnSpc>
                <a:spcPct val="100000"/>
              </a:lnSpc>
              <a:spcBef>
                <a:spcPts val="0"/>
              </a:spcBef>
              <a:spcAft>
                <a:spcPts val="0"/>
              </a:spcAft>
              <a:buClr>
                <a:schemeClr val="dk1"/>
              </a:buClr>
              <a:buSzPts val="1000"/>
              <a:buChar char="●"/>
              <a:defRPr sz="1000">
                <a:solidFill>
                  <a:schemeClr val="dk1"/>
                </a:solidFill>
              </a:defRPr>
            </a:lvl7pPr>
            <a:lvl8pPr marL="3657600" lvl="7" indent="-292100">
              <a:lnSpc>
                <a:spcPct val="100000"/>
              </a:lnSpc>
              <a:spcBef>
                <a:spcPts val="0"/>
              </a:spcBef>
              <a:spcAft>
                <a:spcPts val="0"/>
              </a:spcAft>
              <a:buClr>
                <a:schemeClr val="dk1"/>
              </a:buClr>
              <a:buSzPts val="1000"/>
              <a:buChar char="○"/>
              <a:defRPr sz="1000">
                <a:solidFill>
                  <a:schemeClr val="dk1"/>
                </a:solidFill>
              </a:defRPr>
            </a:lvl8pPr>
            <a:lvl9pPr marL="4114800" lvl="8" indent="-292100">
              <a:lnSpc>
                <a:spcPct val="100000"/>
              </a:lnSpc>
              <a:spcBef>
                <a:spcPts val="0"/>
              </a:spcBef>
              <a:spcAft>
                <a:spcPts val="0"/>
              </a:spcAft>
              <a:buClr>
                <a:schemeClr val="dk1"/>
              </a:buClr>
              <a:buSzPts val="1000"/>
              <a:buChar char="■"/>
              <a:defRPr sz="1000">
                <a:solidFill>
                  <a:schemeClr val="dk1"/>
                </a:solidFill>
              </a:defRPr>
            </a:lvl9pPr>
          </a:lstStyle>
          <a:p>
            <a:endParaRPr/>
          </a:p>
        </p:txBody>
      </p:sp>
      <p:sp>
        <p:nvSpPr>
          <p:cNvPr id="90" name="Google Shape;90;p14"/>
          <p:cNvSpPr txBox="1">
            <a:spLocks noGrp="1"/>
          </p:cNvSpPr>
          <p:nvPr>
            <p:ph type="title" idx="3"/>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91" name="Google Shape;91;p14"/>
          <p:cNvSpPr txBox="1">
            <a:spLocks noGrp="1"/>
          </p:cNvSpPr>
          <p:nvPr>
            <p:ph type="title" idx="4"/>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body and image - Alt 5">
  <p:cSld name="BLANK_1_1_1_1_1_1_1_1_1_1_1_1_3_1_1">
    <p:bg>
      <p:bgPr>
        <a:solidFill>
          <a:schemeClr val="lt1"/>
        </a:solidFill>
        <a:effectLst/>
      </p:bgPr>
    </p:bg>
    <p:spTree>
      <p:nvGrpSpPr>
        <p:cNvPr id="1" name="Shape 92"/>
        <p:cNvGrpSpPr/>
        <p:nvPr/>
      </p:nvGrpSpPr>
      <p:grpSpPr>
        <a:xfrm>
          <a:off x="0" y="0"/>
          <a:ext cx="0" cy="0"/>
          <a:chOff x="0" y="0"/>
          <a:chExt cx="0" cy="0"/>
        </a:xfrm>
      </p:grpSpPr>
      <p:sp>
        <p:nvSpPr>
          <p:cNvPr id="93" name="Google Shape;93;p15"/>
          <p:cNvSpPr>
            <a:spLocks noGrp="1"/>
          </p:cNvSpPr>
          <p:nvPr>
            <p:ph type="pic" idx="2"/>
          </p:nvPr>
        </p:nvSpPr>
        <p:spPr>
          <a:xfrm>
            <a:off x="270275" y="3132475"/>
            <a:ext cx="2770500" cy="1551000"/>
          </a:xfrm>
          <a:prstGeom prst="roundRect">
            <a:avLst>
              <a:gd name="adj" fmla="val 0"/>
            </a:avLst>
          </a:prstGeom>
          <a:noFill/>
          <a:ln>
            <a:noFill/>
          </a:ln>
        </p:spPr>
      </p:sp>
      <p:sp>
        <p:nvSpPr>
          <p:cNvPr id="94" name="Google Shape;94;p15"/>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95" name="Google Shape;95;p15"/>
          <p:cNvSpPr txBox="1">
            <a:spLocks noGrp="1"/>
          </p:cNvSpPr>
          <p:nvPr>
            <p:ph type="title"/>
          </p:nvPr>
        </p:nvSpPr>
        <p:spPr>
          <a:xfrm>
            <a:off x="283850" y="285900"/>
            <a:ext cx="64008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96" name="Google Shape;96;p15"/>
          <p:cNvSpPr txBox="1">
            <a:spLocks noGrp="1"/>
          </p:cNvSpPr>
          <p:nvPr>
            <p:ph type="body" idx="1"/>
          </p:nvPr>
        </p:nvSpPr>
        <p:spPr>
          <a:xfrm>
            <a:off x="6086325" y="2599225"/>
            <a:ext cx="2770500" cy="20844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Clr>
                <a:schemeClr val="dk1"/>
              </a:buClr>
              <a:buSzPts val="1000"/>
              <a:buChar char="●"/>
              <a:defRPr sz="1000">
                <a:solidFill>
                  <a:schemeClr val="dk1"/>
                </a:solidFill>
              </a:defRPr>
            </a:lvl1pPr>
            <a:lvl2pPr marL="914400" lvl="1" indent="-292100">
              <a:lnSpc>
                <a:spcPct val="100000"/>
              </a:lnSpc>
              <a:spcBef>
                <a:spcPts val="0"/>
              </a:spcBef>
              <a:spcAft>
                <a:spcPts val="0"/>
              </a:spcAft>
              <a:buClr>
                <a:schemeClr val="dk1"/>
              </a:buClr>
              <a:buSzPts val="1000"/>
              <a:buChar char="○"/>
              <a:defRPr sz="1000">
                <a:solidFill>
                  <a:schemeClr val="dk1"/>
                </a:solidFill>
              </a:defRPr>
            </a:lvl2pPr>
            <a:lvl3pPr marL="1371600" lvl="2" indent="-292100">
              <a:lnSpc>
                <a:spcPct val="100000"/>
              </a:lnSpc>
              <a:spcBef>
                <a:spcPts val="0"/>
              </a:spcBef>
              <a:spcAft>
                <a:spcPts val="0"/>
              </a:spcAft>
              <a:buClr>
                <a:schemeClr val="dk1"/>
              </a:buClr>
              <a:buSzPts val="1000"/>
              <a:buChar char="■"/>
              <a:defRPr sz="1000">
                <a:solidFill>
                  <a:schemeClr val="dk1"/>
                </a:solidFill>
              </a:defRPr>
            </a:lvl3pPr>
            <a:lvl4pPr marL="1828800" lvl="3" indent="-292100">
              <a:lnSpc>
                <a:spcPct val="100000"/>
              </a:lnSpc>
              <a:spcBef>
                <a:spcPts val="0"/>
              </a:spcBef>
              <a:spcAft>
                <a:spcPts val="0"/>
              </a:spcAft>
              <a:buClr>
                <a:schemeClr val="dk1"/>
              </a:buClr>
              <a:buSzPts val="1000"/>
              <a:buChar char="●"/>
              <a:defRPr sz="1000">
                <a:solidFill>
                  <a:schemeClr val="dk1"/>
                </a:solidFill>
              </a:defRPr>
            </a:lvl4pPr>
            <a:lvl5pPr marL="2286000" lvl="4" indent="-292100">
              <a:lnSpc>
                <a:spcPct val="100000"/>
              </a:lnSpc>
              <a:spcBef>
                <a:spcPts val="0"/>
              </a:spcBef>
              <a:spcAft>
                <a:spcPts val="0"/>
              </a:spcAft>
              <a:buClr>
                <a:schemeClr val="dk1"/>
              </a:buClr>
              <a:buSzPts val="1000"/>
              <a:buChar char="○"/>
              <a:defRPr sz="1000">
                <a:solidFill>
                  <a:schemeClr val="dk1"/>
                </a:solidFill>
              </a:defRPr>
            </a:lvl5pPr>
            <a:lvl6pPr marL="2743200" lvl="5" indent="-292100">
              <a:lnSpc>
                <a:spcPct val="100000"/>
              </a:lnSpc>
              <a:spcBef>
                <a:spcPts val="0"/>
              </a:spcBef>
              <a:spcAft>
                <a:spcPts val="0"/>
              </a:spcAft>
              <a:buClr>
                <a:schemeClr val="dk1"/>
              </a:buClr>
              <a:buSzPts val="1000"/>
              <a:buChar char="■"/>
              <a:defRPr sz="1000">
                <a:solidFill>
                  <a:schemeClr val="dk1"/>
                </a:solidFill>
              </a:defRPr>
            </a:lvl6pPr>
            <a:lvl7pPr marL="3200400" lvl="6" indent="-292100">
              <a:lnSpc>
                <a:spcPct val="100000"/>
              </a:lnSpc>
              <a:spcBef>
                <a:spcPts val="0"/>
              </a:spcBef>
              <a:spcAft>
                <a:spcPts val="0"/>
              </a:spcAft>
              <a:buClr>
                <a:schemeClr val="dk1"/>
              </a:buClr>
              <a:buSzPts val="1000"/>
              <a:buChar char="●"/>
              <a:defRPr sz="1000">
                <a:solidFill>
                  <a:schemeClr val="dk1"/>
                </a:solidFill>
              </a:defRPr>
            </a:lvl7pPr>
            <a:lvl8pPr marL="3657600" lvl="7" indent="-292100">
              <a:lnSpc>
                <a:spcPct val="100000"/>
              </a:lnSpc>
              <a:spcBef>
                <a:spcPts val="0"/>
              </a:spcBef>
              <a:spcAft>
                <a:spcPts val="0"/>
              </a:spcAft>
              <a:buClr>
                <a:schemeClr val="dk1"/>
              </a:buClr>
              <a:buSzPts val="1000"/>
              <a:buChar char="○"/>
              <a:defRPr sz="1000">
                <a:solidFill>
                  <a:schemeClr val="dk1"/>
                </a:solidFill>
              </a:defRPr>
            </a:lvl8pPr>
            <a:lvl9pPr marL="4114800" lvl="8" indent="-292100">
              <a:lnSpc>
                <a:spcPct val="100000"/>
              </a:lnSpc>
              <a:spcBef>
                <a:spcPts val="0"/>
              </a:spcBef>
              <a:spcAft>
                <a:spcPts val="0"/>
              </a:spcAft>
              <a:buClr>
                <a:schemeClr val="dk1"/>
              </a:buClr>
              <a:buSzPts val="1000"/>
              <a:buChar char="■"/>
              <a:defRPr sz="1000">
                <a:solidFill>
                  <a:schemeClr val="dk1"/>
                </a:solidFill>
              </a:defRPr>
            </a:lvl9pPr>
          </a:lstStyle>
          <a:p>
            <a:endParaRPr/>
          </a:p>
        </p:txBody>
      </p:sp>
      <p:sp>
        <p:nvSpPr>
          <p:cNvPr id="97" name="Google Shape;97;p15"/>
          <p:cNvSpPr txBox="1">
            <a:spLocks noGrp="1"/>
          </p:cNvSpPr>
          <p:nvPr>
            <p:ph type="title" idx="3"/>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98" name="Google Shape;98;p15"/>
          <p:cNvSpPr txBox="1">
            <a:spLocks noGrp="1"/>
          </p:cNvSpPr>
          <p:nvPr>
            <p:ph type="title" idx="4"/>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99" name="Google Shape;99;p15"/>
          <p:cNvSpPr txBox="1">
            <a:spLocks noGrp="1"/>
          </p:cNvSpPr>
          <p:nvPr>
            <p:ph type="body" idx="5"/>
          </p:nvPr>
        </p:nvSpPr>
        <p:spPr>
          <a:xfrm>
            <a:off x="3185700" y="2599225"/>
            <a:ext cx="2770500" cy="2084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body and image - Alt 7">
  <p:cSld name="BLANK_1_1_1_1_1_1_1_1_1_1_1_1_2_1">
    <p:bg>
      <p:bgPr>
        <a:solidFill>
          <a:schemeClr val="lt1"/>
        </a:solidFill>
        <a:effectLst/>
      </p:bgPr>
    </p:bg>
    <p:spTree>
      <p:nvGrpSpPr>
        <p:cNvPr id="1" name="Shape 100"/>
        <p:cNvGrpSpPr/>
        <p:nvPr/>
      </p:nvGrpSpPr>
      <p:grpSpPr>
        <a:xfrm>
          <a:off x="0" y="0"/>
          <a:ext cx="0" cy="0"/>
          <a:chOff x="0" y="0"/>
          <a:chExt cx="0" cy="0"/>
        </a:xfrm>
      </p:grpSpPr>
      <p:sp>
        <p:nvSpPr>
          <p:cNvPr id="101" name="Google Shape;101;p16"/>
          <p:cNvSpPr txBox="1">
            <a:spLocks noGrp="1"/>
          </p:cNvSpPr>
          <p:nvPr>
            <p:ph type="title"/>
          </p:nvPr>
        </p:nvSpPr>
        <p:spPr>
          <a:xfrm>
            <a:off x="4782150" y="285900"/>
            <a:ext cx="40749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02" name="Google Shape;102;p16"/>
          <p:cNvSpPr txBox="1">
            <a:spLocks noGrp="1"/>
          </p:cNvSpPr>
          <p:nvPr>
            <p:ph type="body" idx="1"/>
          </p:nvPr>
        </p:nvSpPr>
        <p:spPr>
          <a:xfrm>
            <a:off x="6086325" y="2636275"/>
            <a:ext cx="2770800" cy="20472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Clr>
                <a:schemeClr val="dk1"/>
              </a:buClr>
              <a:buSzPts val="1000"/>
              <a:buChar char="●"/>
              <a:defRPr sz="1000">
                <a:solidFill>
                  <a:schemeClr val="dk1"/>
                </a:solidFill>
              </a:defRPr>
            </a:lvl1pPr>
            <a:lvl2pPr marL="914400" lvl="1" indent="-292100">
              <a:lnSpc>
                <a:spcPct val="100000"/>
              </a:lnSpc>
              <a:spcBef>
                <a:spcPts val="0"/>
              </a:spcBef>
              <a:spcAft>
                <a:spcPts val="0"/>
              </a:spcAft>
              <a:buClr>
                <a:schemeClr val="dk1"/>
              </a:buClr>
              <a:buSzPts val="1000"/>
              <a:buChar char="○"/>
              <a:defRPr sz="1000">
                <a:solidFill>
                  <a:schemeClr val="dk1"/>
                </a:solidFill>
              </a:defRPr>
            </a:lvl2pPr>
            <a:lvl3pPr marL="1371600" lvl="2" indent="-292100">
              <a:lnSpc>
                <a:spcPct val="100000"/>
              </a:lnSpc>
              <a:spcBef>
                <a:spcPts val="0"/>
              </a:spcBef>
              <a:spcAft>
                <a:spcPts val="0"/>
              </a:spcAft>
              <a:buClr>
                <a:schemeClr val="dk1"/>
              </a:buClr>
              <a:buSzPts val="1000"/>
              <a:buChar char="■"/>
              <a:defRPr sz="1000">
                <a:solidFill>
                  <a:schemeClr val="dk1"/>
                </a:solidFill>
              </a:defRPr>
            </a:lvl3pPr>
            <a:lvl4pPr marL="1828800" lvl="3" indent="-292100">
              <a:lnSpc>
                <a:spcPct val="100000"/>
              </a:lnSpc>
              <a:spcBef>
                <a:spcPts val="0"/>
              </a:spcBef>
              <a:spcAft>
                <a:spcPts val="0"/>
              </a:spcAft>
              <a:buClr>
                <a:schemeClr val="dk1"/>
              </a:buClr>
              <a:buSzPts val="1000"/>
              <a:buChar char="●"/>
              <a:defRPr sz="1000">
                <a:solidFill>
                  <a:schemeClr val="dk1"/>
                </a:solidFill>
              </a:defRPr>
            </a:lvl4pPr>
            <a:lvl5pPr marL="2286000" lvl="4" indent="-292100">
              <a:lnSpc>
                <a:spcPct val="100000"/>
              </a:lnSpc>
              <a:spcBef>
                <a:spcPts val="0"/>
              </a:spcBef>
              <a:spcAft>
                <a:spcPts val="0"/>
              </a:spcAft>
              <a:buClr>
                <a:schemeClr val="dk1"/>
              </a:buClr>
              <a:buSzPts val="1000"/>
              <a:buChar char="○"/>
              <a:defRPr sz="1000">
                <a:solidFill>
                  <a:schemeClr val="dk1"/>
                </a:solidFill>
              </a:defRPr>
            </a:lvl5pPr>
            <a:lvl6pPr marL="2743200" lvl="5" indent="-292100">
              <a:lnSpc>
                <a:spcPct val="100000"/>
              </a:lnSpc>
              <a:spcBef>
                <a:spcPts val="0"/>
              </a:spcBef>
              <a:spcAft>
                <a:spcPts val="0"/>
              </a:spcAft>
              <a:buClr>
                <a:schemeClr val="dk1"/>
              </a:buClr>
              <a:buSzPts val="1000"/>
              <a:buChar char="■"/>
              <a:defRPr sz="1000">
                <a:solidFill>
                  <a:schemeClr val="dk1"/>
                </a:solidFill>
              </a:defRPr>
            </a:lvl6pPr>
            <a:lvl7pPr marL="3200400" lvl="6" indent="-292100">
              <a:lnSpc>
                <a:spcPct val="100000"/>
              </a:lnSpc>
              <a:spcBef>
                <a:spcPts val="0"/>
              </a:spcBef>
              <a:spcAft>
                <a:spcPts val="0"/>
              </a:spcAft>
              <a:buClr>
                <a:schemeClr val="dk1"/>
              </a:buClr>
              <a:buSzPts val="1000"/>
              <a:buChar char="●"/>
              <a:defRPr sz="1000">
                <a:solidFill>
                  <a:schemeClr val="dk1"/>
                </a:solidFill>
              </a:defRPr>
            </a:lvl7pPr>
            <a:lvl8pPr marL="3657600" lvl="7" indent="-292100">
              <a:lnSpc>
                <a:spcPct val="100000"/>
              </a:lnSpc>
              <a:spcBef>
                <a:spcPts val="0"/>
              </a:spcBef>
              <a:spcAft>
                <a:spcPts val="0"/>
              </a:spcAft>
              <a:buClr>
                <a:schemeClr val="dk1"/>
              </a:buClr>
              <a:buSzPts val="1000"/>
              <a:buChar char="○"/>
              <a:defRPr sz="1000">
                <a:solidFill>
                  <a:schemeClr val="dk1"/>
                </a:solidFill>
              </a:defRPr>
            </a:lvl8pPr>
            <a:lvl9pPr marL="4114800" lvl="8" indent="-292100">
              <a:lnSpc>
                <a:spcPct val="100000"/>
              </a:lnSpc>
              <a:spcBef>
                <a:spcPts val="0"/>
              </a:spcBef>
              <a:spcAft>
                <a:spcPts val="0"/>
              </a:spcAft>
              <a:buClr>
                <a:schemeClr val="dk1"/>
              </a:buClr>
              <a:buSzPts val="1000"/>
              <a:buChar char="■"/>
              <a:defRPr sz="1000">
                <a:solidFill>
                  <a:schemeClr val="dk1"/>
                </a:solidFill>
              </a:defRPr>
            </a:lvl9pPr>
          </a:lstStyle>
          <a:p>
            <a:endParaRPr/>
          </a:p>
        </p:txBody>
      </p:sp>
      <p:sp>
        <p:nvSpPr>
          <p:cNvPr id="103" name="Google Shape;103;p16"/>
          <p:cNvSpPr txBox="1">
            <a:spLocks noGrp="1"/>
          </p:cNvSpPr>
          <p:nvPr>
            <p:ph type="body" idx="2"/>
          </p:nvPr>
        </p:nvSpPr>
        <p:spPr>
          <a:xfrm>
            <a:off x="4782375" y="2636275"/>
            <a:ext cx="1175700" cy="204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04" name="Google Shape;104;p16"/>
          <p:cNvSpPr>
            <a:spLocks noGrp="1"/>
          </p:cNvSpPr>
          <p:nvPr>
            <p:ph type="pic" idx="3"/>
          </p:nvPr>
        </p:nvSpPr>
        <p:spPr>
          <a:xfrm>
            <a:off x="283850" y="0"/>
            <a:ext cx="4227000" cy="4683600"/>
          </a:xfrm>
          <a:prstGeom prst="roundRect">
            <a:avLst>
              <a:gd name="adj" fmla="val 0"/>
            </a:avLst>
          </a:prstGeom>
          <a:noFill/>
          <a:ln>
            <a:noFill/>
          </a:ln>
        </p:spPr>
      </p:sp>
      <p:sp>
        <p:nvSpPr>
          <p:cNvPr id="105" name="Google Shape;105;p16"/>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06" name="Google Shape;106;p16"/>
          <p:cNvSpPr txBox="1">
            <a:spLocks noGrp="1"/>
          </p:cNvSpPr>
          <p:nvPr>
            <p:ph type="title" idx="4"/>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07" name="Google Shape;107;p16"/>
          <p:cNvSpPr txBox="1">
            <a:spLocks noGrp="1"/>
          </p:cNvSpPr>
          <p:nvPr>
            <p:ph type="title" idx="5"/>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big ideas - Alt 2">
  <p:cSld name="BLANK_1_1_1_1_1_1_1_1_1_1_1_1_3_1_2">
    <p:bg>
      <p:bgPr>
        <a:solidFill>
          <a:schemeClr val="lt1"/>
        </a:solidFill>
        <a:effectLst/>
      </p:bgPr>
    </p:bg>
    <p:spTree>
      <p:nvGrpSpPr>
        <p:cNvPr id="1" name="Shape 108"/>
        <p:cNvGrpSpPr/>
        <p:nvPr/>
      </p:nvGrpSpPr>
      <p:grpSpPr>
        <a:xfrm>
          <a:off x="0" y="0"/>
          <a:ext cx="0" cy="0"/>
          <a:chOff x="0" y="0"/>
          <a:chExt cx="0" cy="0"/>
        </a:xfrm>
      </p:grpSpPr>
      <p:sp>
        <p:nvSpPr>
          <p:cNvPr id="109" name="Google Shape;109;p17"/>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10" name="Google Shape;110;p17"/>
          <p:cNvSpPr txBox="1">
            <a:spLocks noGrp="1"/>
          </p:cNvSpPr>
          <p:nvPr>
            <p:ph type="title"/>
          </p:nvPr>
        </p:nvSpPr>
        <p:spPr>
          <a:xfrm>
            <a:off x="283850" y="285900"/>
            <a:ext cx="4227300" cy="7515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11" name="Google Shape;111;p17"/>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12" name="Google Shape;112;p17"/>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13" name="Google Shape;113;p17"/>
          <p:cNvSpPr txBox="1">
            <a:spLocks noGrp="1"/>
          </p:cNvSpPr>
          <p:nvPr>
            <p:ph type="body" idx="1"/>
          </p:nvPr>
        </p:nvSpPr>
        <p:spPr>
          <a:xfrm>
            <a:off x="4632000" y="285900"/>
            <a:ext cx="4227300" cy="11547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dk1"/>
              </a:buClr>
              <a:buSzPts val="1200"/>
              <a:buFont typeface="Inter"/>
              <a:buChar char="●"/>
              <a:defRPr>
                <a:solidFill>
                  <a:schemeClr val="dk1"/>
                </a:solidFill>
              </a:defRPr>
            </a:lvl1pPr>
            <a:lvl2pPr marL="914400" lvl="1" indent="-304800">
              <a:spcBef>
                <a:spcPts val="0"/>
              </a:spcBef>
              <a:spcAft>
                <a:spcPts val="0"/>
              </a:spcAft>
              <a:buClr>
                <a:schemeClr val="dk1"/>
              </a:buClr>
              <a:buSzPts val="1200"/>
              <a:buFont typeface="Inter"/>
              <a:buChar char="○"/>
              <a:defRPr>
                <a:solidFill>
                  <a:schemeClr val="dk1"/>
                </a:solidFill>
              </a:defRPr>
            </a:lvl2pPr>
            <a:lvl3pPr marL="1371600" lvl="2" indent="-304800">
              <a:spcBef>
                <a:spcPts val="0"/>
              </a:spcBef>
              <a:spcAft>
                <a:spcPts val="0"/>
              </a:spcAft>
              <a:buClr>
                <a:schemeClr val="dk1"/>
              </a:buClr>
              <a:buSzPts val="1200"/>
              <a:buFont typeface="Inter"/>
              <a:buChar char="■"/>
              <a:defRPr>
                <a:solidFill>
                  <a:schemeClr val="dk1"/>
                </a:solidFill>
              </a:defRPr>
            </a:lvl3pPr>
            <a:lvl4pPr marL="1828800" lvl="3" indent="-304800">
              <a:spcBef>
                <a:spcPts val="0"/>
              </a:spcBef>
              <a:spcAft>
                <a:spcPts val="0"/>
              </a:spcAft>
              <a:buClr>
                <a:schemeClr val="dk1"/>
              </a:buClr>
              <a:buSzPts val="1200"/>
              <a:buFont typeface="Inter"/>
              <a:buChar char="●"/>
              <a:defRPr>
                <a:solidFill>
                  <a:schemeClr val="dk1"/>
                </a:solidFill>
              </a:defRPr>
            </a:lvl4pPr>
            <a:lvl5pPr marL="2286000" lvl="4" indent="-304800">
              <a:spcBef>
                <a:spcPts val="0"/>
              </a:spcBef>
              <a:spcAft>
                <a:spcPts val="0"/>
              </a:spcAft>
              <a:buClr>
                <a:schemeClr val="dk1"/>
              </a:buClr>
              <a:buSzPts val="1200"/>
              <a:buFont typeface="Inter"/>
              <a:buChar char="○"/>
              <a:defRPr>
                <a:solidFill>
                  <a:schemeClr val="dk1"/>
                </a:solidFill>
              </a:defRPr>
            </a:lvl5pPr>
            <a:lvl6pPr marL="2743200" lvl="5" indent="-304800">
              <a:spcBef>
                <a:spcPts val="0"/>
              </a:spcBef>
              <a:spcAft>
                <a:spcPts val="0"/>
              </a:spcAft>
              <a:buClr>
                <a:schemeClr val="dk1"/>
              </a:buClr>
              <a:buSzPts val="1200"/>
              <a:buFont typeface="Inter"/>
              <a:buChar char="■"/>
              <a:defRPr>
                <a:solidFill>
                  <a:schemeClr val="dk1"/>
                </a:solidFill>
              </a:defRPr>
            </a:lvl6pPr>
            <a:lvl7pPr marL="3200400" lvl="6" indent="-304800">
              <a:spcBef>
                <a:spcPts val="0"/>
              </a:spcBef>
              <a:spcAft>
                <a:spcPts val="0"/>
              </a:spcAft>
              <a:buClr>
                <a:schemeClr val="dk1"/>
              </a:buClr>
              <a:buSzPts val="1200"/>
              <a:buFont typeface="Inter"/>
              <a:buChar char="●"/>
              <a:defRPr>
                <a:solidFill>
                  <a:schemeClr val="dk1"/>
                </a:solidFill>
              </a:defRPr>
            </a:lvl7pPr>
            <a:lvl8pPr marL="3657600" lvl="7" indent="-304800">
              <a:spcBef>
                <a:spcPts val="0"/>
              </a:spcBef>
              <a:spcAft>
                <a:spcPts val="0"/>
              </a:spcAft>
              <a:buClr>
                <a:schemeClr val="dk1"/>
              </a:buClr>
              <a:buSzPts val="1200"/>
              <a:buFont typeface="Inter"/>
              <a:buChar char="○"/>
              <a:defRPr>
                <a:solidFill>
                  <a:schemeClr val="dk1"/>
                </a:solidFill>
              </a:defRPr>
            </a:lvl8pPr>
            <a:lvl9pPr marL="4114800" lvl="8" indent="-304800">
              <a:spcBef>
                <a:spcPts val="0"/>
              </a:spcBef>
              <a:spcAft>
                <a:spcPts val="0"/>
              </a:spcAft>
              <a:buClr>
                <a:schemeClr val="dk1"/>
              </a:buClr>
              <a:buSzPts val="1200"/>
              <a:buFont typeface="Inter"/>
              <a:buChar char="■"/>
              <a:defRPr>
                <a:solidFill>
                  <a:schemeClr val="dk1"/>
                </a:solidFill>
              </a:defRPr>
            </a:lvl9pPr>
          </a:lstStyle>
          <a:p>
            <a:endParaRPr/>
          </a:p>
        </p:txBody>
      </p:sp>
      <p:sp>
        <p:nvSpPr>
          <p:cNvPr id="114" name="Google Shape;114;p17"/>
          <p:cNvSpPr txBox="1">
            <a:spLocks noGrp="1"/>
          </p:cNvSpPr>
          <p:nvPr>
            <p:ph type="subTitle" idx="4"/>
          </p:nvPr>
        </p:nvSpPr>
        <p:spPr>
          <a:xfrm>
            <a:off x="288625" y="1922875"/>
            <a:ext cx="2050800" cy="537600"/>
          </a:xfrm>
          <a:prstGeom prst="rect">
            <a:avLst/>
          </a:prstGeom>
        </p:spPr>
        <p:txBody>
          <a:bodyPr spcFirstLastPara="1" wrap="square" lIns="0" tIns="0" rIns="0" bIns="0" anchor="b" anchorCtr="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15" name="Google Shape;115;p17"/>
          <p:cNvSpPr txBox="1">
            <a:spLocks noGrp="1"/>
          </p:cNvSpPr>
          <p:nvPr>
            <p:ph type="body" idx="5"/>
          </p:nvPr>
        </p:nvSpPr>
        <p:spPr>
          <a:xfrm>
            <a:off x="288625" y="2891825"/>
            <a:ext cx="2050800" cy="15072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Char char="●"/>
              <a:defRPr sz="1000">
                <a:solidFill>
                  <a:schemeClr val="dk1"/>
                </a:solidFill>
              </a:defRPr>
            </a:lvl1pPr>
            <a:lvl2pPr marL="914400" lvl="1" indent="-292100">
              <a:spcBef>
                <a:spcPts val="0"/>
              </a:spcBef>
              <a:spcAft>
                <a:spcPts val="0"/>
              </a:spcAft>
              <a:buClr>
                <a:schemeClr val="dk1"/>
              </a:buClr>
              <a:buSzPts val="1000"/>
              <a:buChar char="○"/>
              <a:defRPr sz="1000">
                <a:solidFill>
                  <a:schemeClr val="dk1"/>
                </a:solidFill>
              </a:defRPr>
            </a:lvl2pPr>
            <a:lvl3pPr marL="1371600" lvl="2" indent="-292100">
              <a:spcBef>
                <a:spcPts val="0"/>
              </a:spcBef>
              <a:spcAft>
                <a:spcPts val="0"/>
              </a:spcAft>
              <a:buClr>
                <a:schemeClr val="dk1"/>
              </a:buClr>
              <a:buSzPts val="1000"/>
              <a:buChar char="■"/>
              <a:defRPr sz="1000">
                <a:solidFill>
                  <a:schemeClr val="dk1"/>
                </a:solidFill>
              </a:defRPr>
            </a:lvl3pPr>
            <a:lvl4pPr marL="1828800" lvl="3" indent="-292100">
              <a:spcBef>
                <a:spcPts val="0"/>
              </a:spcBef>
              <a:spcAft>
                <a:spcPts val="0"/>
              </a:spcAft>
              <a:buClr>
                <a:schemeClr val="dk1"/>
              </a:buClr>
              <a:buSzPts val="1000"/>
              <a:buChar char="●"/>
              <a:defRPr sz="1000">
                <a:solidFill>
                  <a:schemeClr val="dk1"/>
                </a:solidFill>
              </a:defRPr>
            </a:lvl4pPr>
            <a:lvl5pPr marL="2286000" lvl="4" indent="-292100">
              <a:spcBef>
                <a:spcPts val="0"/>
              </a:spcBef>
              <a:spcAft>
                <a:spcPts val="0"/>
              </a:spcAft>
              <a:buClr>
                <a:schemeClr val="dk1"/>
              </a:buClr>
              <a:buSzPts val="1000"/>
              <a:buChar char="○"/>
              <a:defRPr sz="1000">
                <a:solidFill>
                  <a:schemeClr val="dk1"/>
                </a:solidFill>
              </a:defRPr>
            </a:lvl5pPr>
            <a:lvl6pPr marL="2743200" lvl="5" indent="-292100">
              <a:spcBef>
                <a:spcPts val="0"/>
              </a:spcBef>
              <a:spcAft>
                <a:spcPts val="0"/>
              </a:spcAft>
              <a:buClr>
                <a:schemeClr val="dk1"/>
              </a:buClr>
              <a:buSzPts val="1000"/>
              <a:buChar char="■"/>
              <a:defRPr sz="1000">
                <a:solidFill>
                  <a:schemeClr val="dk1"/>
                </a:solidFill>
              </a:defRPr>
            </a:lvl6pPr>
            <a:lvl7pPr marL="3200400" lvl="6" indent="-292100">
              <a:spcBef>
                <a:spcPts val="0"/>
              </a:spcBef>
              <a:spcAft>
                <a:spcPts val="0"/>
              </a:spcAft>
              <a:buClr>
                <a:schemeClr val="dk1"/>
              </a:buClr>
              <a:buSzPts val="1000"/>
              <a:buChar char="●"/>
              <a:defRPr sz="1000">
                <a:solidFill>
                  <a:schemeClr val="dk1"/>
                </a:solidFill>
              </a:defRPr>
            </a:lvl7pPr>
            <a:lvl8pPr marL="3657600" lvl="7" indent="-292100">
              <a:spcBef>
                <a:spcPts val="0"/>
              </a:spcBef>
              <a:spcAft>
                <a:spcPts val="0"/>
              </a:spcAft>
              <a:buClr>
                <a:schemeClr val="dk1"/>
              </a:buClr>
              <a:buSzPts val="1000"/>
              <a:buChar char="○"/>
              <a:defRPr sz="1000">
                <a:solidFill>
                  <a:schemeClr val="dk1"/>
                </a:solidFill>
              </a:defRPr>
            </a:lvl8pPr>
            <a:lvl9pPr marL="4114800" lvl="8" indent="-292100">
              <a:spcBef>
                <a:spcPts val="0"/>
              </a:spcBef>
              <a:spcAft>
                <a:spcPts val="0"/>
              </a:spcAft>
              <a:buClr>
                <a:schemeClr val="dk1"/>
              </a:buClr>
              <a:buSzPts val="1000"/>
              <a:buChar char="■"/>
              <a:defRPr sz="1000">
                <a:solidFill>
                  <a:schemeClr val="dk1"/>
                </a:solidFill>
              </a:defRPr>
            </a:lvl9pPr>
          </a:lstStyle>
          <a:p>
            <a:endParaRPr/>
          </a:p>
        </p:txBody>
      </p:sp>
      <p:sp>
        <p:nvSpPr>
          <p:cNvPr id="116" name="Google Shape;116;p17"/>
          <p:cNvSpPr txBox="1">
            <a:spLocks noGrp="1"/>
          </p:cNvSpPr>
          <p:nvPr>
            <p:ph type="subTitle" idx="6"/>
          </p:nvPr>
        </p:nvSpPr>
        <p:spPr>
          <a:xfrm>
            <a:off x="2456700" y="1922875"/>
            <a:ext cx="2050800" cy="537600"/>
          </a:xfrm>
          <a:prstGeom prst="rect">
            <a:avLst/>
          </a:prstGeom>
        </p:spPr>
        <p:txBody>
          <a:bodyPr spcFirstLastPara="1" wrap="square" lIns="0" tIns="0" rIns="0" bIns="0" anchor="b" anchorCtr="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17" name="Google Shape;117;p17"/>
          <p:cNvSpPr txBox="1">
            <a:spLocks noGrp="1"/>
          </p:cNvSpPr>
          <p:nvPr>
            <p:ph type="body" idx="7"/>
          </p:nvPr>
        </p:nvSpPr>
        <p:spPr>
          <a:xfrm>
            <a:off x="2456700" y="2891825"/>
            <a:ext cx="2050800" cy="150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18" name="Google Shape;118;p17"/>
          <p:cNvSpPr txBox="1">
            <a:spLocks noGrp="1"/>
          </p:cNvSpPr>
          <p:nvPr>
            <p:ph type="subTitle" idx="8"/>
          </p:nvPr>
        </p:nvSpPr>
        <p:spPr>
          <a:xfrm>
            <a:off x="4629375" y="1922875"/>
            <a:ext cx="2050800" cy="537600"/>
          </a:xfrm>
          <a:prstGeom prst="rect">
            <a:avLst/>
          </a:prstGeom>
        </p:spPr>
        <p:txBody>
          <a:bodyPr spcFirstLastPara="1" wrap="square" lIns="0" tIns="0" rIns="0" bIns="0" anchor="b" anchorCtr="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19" name="Google Shape;119;p17"/>
          <p:cNvSpPr txBox="1">
            <a:spLocks noGrp="1"/>
          </p:cNvSpPr>
          <p:nvPr>
            <p:ph type="body" idx="9"/>
          </p:nvPr>
        </p:nvSpPr>
        <p:spPr>
          <a:xfrm>
            <a:off x="4629375" y="2891825"/>
            <a:ext cx="2050800" cy="150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20" name="Google Shape;120;p17"/>
          <p:cNvSpPr txBox="1">
            <a:spLocks noGrp="1"/>
          </p:cNvSpPr>
          <p:nvPr>
            <p:ph type="subTitle" idx="13"/>
          </p:nvPr>
        </p:nvSpPr>
        <p:spPr>
          <a:xfrm>
            <a:off x="6802050" y="1922875"/>
            <a:ext cx="2050800" cy="537600"/>
          </a:xfrm>
          <a:prstGeom prst="rect">
            <a:avLst/>
          </a:prstGeom>
        </p:spPr>
        <p:txBody>
          <a:bodyPr spcFirstLastPara="1" wrap="square" lIns="0" tIns="0" rIns="0" bIns="0" anchor="b" anchorCtr="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21" name="Google Shape;121;p17"/>
          <p:cNvSpPr txBox="1">
            <a:spLocks noGrp="1"/>
          </p:cNvSpPr>
          <p:nvPr>
            <p:ph type="body" idx="14"/>
          </p:nvPr>
        </p:nvSpPr>
        <p:spPr>
          <a:xfrm>
            <a:off x="6802050" y="2891825"/>
            <a:ext cx="2050800" cy="150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ree big ideas - Alt 5">
  <p:cSld name="BLANK_1_1_1_1_1_1_1_1_1_1_1_1_1_2_1_2_1">
    <p:bg>
      <p:bgPr>
        <a:solidFill>
          <a:schemeClr val="lt1"/>
        </a:solidFill>
        <a:effectLst/>
      </p:bgPr>
    </p:bg>
    <p:spTree>
      <p:nvGrpSpPr>
        <p:cNvPr id="1" name="Shape 122"/>
        <p:cNvGrpSpPr/>
        <p:nvPr/>
      </p:nvGrpSpPr>
      <p:grpSpPr>
        <a:xfrm>
          <a:off x="0" y="0"/>
          <a:ext cx="0" cy="0"/>
          <a:chOff x="0" y="0"/>
          <a:chExt cx="0" cy="0"/>
        </a:xfrm>
      </p:grpSpPr>
      <p:sp>
        <p:nvSpPr>
          <p:cNvPr id="123" name="Google Shape;123;p18"/>
          <p:cNvSpPr txBox="1">
            <a:spLocks noGrp="1"/>
          </p:cNvSpPr>
          <p:nvPr>
            <p:ph type="subTitle" idx="1"/>
          </p:nvPr>
        </p:nvSpPr>
        <p:spPr>
          <a:xfrm>
            <a:off x="288625" y="2636275"/>
            <a:ext cx="1005000" cy="972000"/>
          </a:xfrm>
          <a:prstGeom prst="rect">
            <a:avLst/>
          </a:prstGeom>
        </p:spPr>
        <p:txBody>
          <a:bodyPr spcFirstLastPara="1" wrap="square" lIns="0" tIns="0" rIns="0" bIns="0" anchor="t"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24" name="Google Shape;124;p18"/>
          <p:cNvSpPr txBox="1">
            <a:spLocks noGrp="1"/>
          </p:cNvSpPr>
          <p:nvPr>
            <p:ph type="subTitle" idx="2"/>
          </p:nvPr>
        </p:nvSpPr>
        <p:spPr>
          <a:xfrm>
            <a:off x="288625" y="37169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25" name="Google Shape;125;p18"/>
          <p:cNvSpPr txBox="1">
            <a:spLocks noGrp="1"/>
          </p:cNvSpPr>
          <p:nvPr>
            <p:ph type="subTitle" idx="3"/>
          </p:nvPr>
        </p:nvSpPr>
        <p:spPr>
          <a:xfrm>
            <a:off x="288625" y="15555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26" name="Google Shape;126;p18"/>
          <p:cNvSpPr txBox="1">
            <a:spLocks noGrp="1"/>
          </p:cNvSpPr>
          <p:nvPr>
            <p:ph type="body" idx="4"/>
          </p:nvPr>
        </p:nvSpPr>
        <p:spPr>
          <a:xfrm>
            <a:off x="6091950" y="2635425"/>
            <a:ext cx="2764800" cy="972000"/>
          </a:xfrm>
          <a:prstGeom prst="rect">
            <a:avLst/>
          </a:prstGeom>
        </p:spPr>
        <p:txBody>
          <a:bodyPr spcFirstLastPara="1" wrap="square" lIns="0" tIns="0" rIns="0" bIns="0" anchor="ctr" anchorCtr="0">
            <a:noAutofit/>
          </a:bodyPr>
          <a:lstStyle>
            <a:lvl1pPr marL="457200" lvl="0" indent="-292100">
              <a:lnSpc>
                <a:spcPct val="100000"/>
              </a:lnSpc>
              <a:spcBef>
                <a:spcPts val="0"/>
              </a:spcBef>
              <a:spcAft>
                <a:spcPts val="0"/>
              </a:spcAft>
              <a:buClr>
                <a:schemeClr val="dk1"/>
              </a:buClr>
              <a:buSzPts val="1000"/>
              <a:buFont typeface="Inter"/>
              <a:buChar char="●"/>
              <a:defRPr sz="1000">
                <a:solidFill>
                  <a:schemeClr val="dk1"/>
                </a:solidFill>
              </a:defRPr>
            </a:lvl1pPr>
            <a:lvl2pPr marL="914400" lvl="1" indent="-292100">
              <a:lnSpc>
                <a:spcPct val="100000"/>
              </a:lnSpc>
              <a:spcBef>
                <a:spcPts val="0"/>
              </a:spcBef>
              <a:spcAft>
                <a:spcPts val="0"/>
              </a:spcAft>
              <a:buClr>
                <a:schemeClr val="dk1"/>
              </a:buClr>
              <a:buSzPts val="1000"/>
              <a:buFont typeface="Inter"/>
              <a:buChar char="○"/>
              <a:defRPr sz="1000">
                <a:solidFill>
                  <a:schemeClr val="dk1"/>
                </a:solidFill>
              </a:defRPr>
            </a:lvl2pPr>
            <a:lvl3pPr marL="1371600" lvl="2" indent="-292100">
              <a:lnSpc>
                <a:spcPct val="100000"/>
              </a:lnSpc>
              <a:spcBef>
                <a:spcPts val="0"/>
              </a:spcBef>
              <a:spcAft>
                <a:spcPts val="0"/>
              </a:spcAft>
              <a:buClr>
                <a:schemeClr val="dk1"/>
              </a:buClr>
              <a:buSzPts val="1000"/>
              <a:buFont typeface="Inter"/>
              <a:buChar char="■"/>
              <a:defRPr sz="1000">
                <a:solidFill>
                  <a:schemeClr val="dk1"/>
                </a:solidFill>
              </a:defRPr>
            </a:lvl3pPr>
            <a:lvl4pPr marL="1828800" lvl="3" indent="-292100">
              <a:lnSpc>
                <a:spcPct val="100000"/>
              </a:lnSpc>
              <a:spcBef>
                <a:spcPts val="0"/>
              </a:spcBef>
              <a:spcAft>
                <a:spcPts val="0"/>
              </a:spcAft>
              <a:buClr>
                <a:schemeClr val="dk1"/>
              </a:buClr>
              <a:buSzPts val="1000"/>
              <a:buFont typeface="Inter"/>
              <a:buChar char="●"/>
              <a:defRPr sz="1000">
                <a:solidFill>
                  <a:schemeClr val="dk1"/>
                </a:solidFill>
              </a:defRPr>
            </a:lvl4pPr>
            <a:lvl5pPr marL="2286000" lvl="4" indent="-292100">
              <a:lnSpc>
                <a:spcPct val="100000"/>
              </a:lnSpc>
              <a:spcBef>
                <a:spcPts val="0"/>
              </a:spcBef>
              <a:spcAft>
                <a:spcPts val="0"/>
              </a:spcAft>
              <a:buClr>
                <a:schemeClr val="dk1"/>
              </a:buClr>
              <a:buSzPts val="1000"/>
              <a:buFont typeface="Inter"/>
              <a:buChar char="○"/>
              <a:defRPr sz="1000">
                <a:solidFill>
                  <a:schemeClr val="dk1"/>
                </a:solidFill>
              </a:defRPr>
            </a:lvl5pPr>
            <a:lvl6pPr marL="2743200" lvl="5" indent="-292100">
              <a:lnSpc>
                <a:spcPct val="100000"/>
              </a:lnSpc>
              <a:spcBef>
                <a:spcPts val="0"/>
              </a:spcBef>
              <a:spcAft>
                <a:spcPts val="0"/>
              </a:spcAft>
              <a:buClr>
                <a:schemeClr val="dk1"/>
              </a:buClr>
              <a:buSzPts val="1000"/>
              <a:buFont typeface="Inter"/>
              <a:buChar char="■"/>
              <a:defRPr sz="1000">
                <a:solidFill>
                  <a:schemeClr val="dk1"/>
                </a:solidFill>
              </a:defRPr>
            </a:lvl6pPr>
            <a:lvl7pPr marL="3200400" lvl="6" indent="-292100">
              <a:lnSpc>
                <a:spcPct val="100000"/>
              </a:lnSpc>
              <a:spcBef>
                <a:spcPts val="0"/>
              </a:spcBef>
              <a:spcAft>
                <a:spcPts val="0"/>
              </a:spcAft>
              <a:buClr>
                <a:schemeClr val="dk1"/>
              </a:buClr>
              <a:buSzPts val="1000"/>
              <a:buFont typeface="Inter"/>
              <a:buChar char="●"/>
              <a:defRPr sz="1000">
                <a:solidFill>
                  <a:schemeClr val="dk1"/>
                </a:solidFill>
              </a:defRPr>
            </a:lvl7pPr>
            <a:lvl8pPr marL="3657600" lvl="7" indent="-292100">
              <a:lnSpc>
                <a:spcPct val="100000"/>
              </a:lnSpc>
              <a:spcBef>
                <a:spcPts val="0"/>
              </a:spcBef>
              <a:spcAft>
                <a:spcPts val="0"/>
              </a:spcAft>
              <a:buClr>
                <a:schemeClr val="dk1"/>
              </a:buClr>
              <a:buSzPts val="1000"/>
              <a:buFont typeface="Inter"/>
              <a:buChar char="○"/>
              <a:defRPr sz="1000">
                <a:solidFill>
                  <a:schemeClr val="dk1"/>
                </a:solidFill>
              </a:defRPr>
            </a:lvl8pPr>
            <a:lvl9pPr marL="4114800" lvl="8" indent="-292100">
              <a:lnSpc>
                <a:spcPct val="100000"/>
              </a:lnSpc>
              <a:spcBef>
                <a:spcPts val="0"/>
              </a:spcBef>
              <a:spcAft>
                <a:spcPts val="0"/>
              </a:spcAft>
              <a:buClr>
                <a:schemeClr val="dk1"/>
              </a:buClr>
              <a:buSzPts val="1000"/>
              <a:buFont typeface="Inter"/>
              <a:buChar char="■"/>
              <a:defRPr sz="1000">
                <a:solidFill>
                  <a:schemeClr val="dk1"/>
                </a:solidFill>
              </a:defRPr>
            </a:lvl9pPr>
          </a:lstStyle>
          <a:p>
            <a:endParaRPr/>
          </a:p>
        </p:txBody>
      </p:sp>
      <p:sp>
        <p:nvSpPr>
          <p:cNvPr id="127" name="Google Shape;127;p18"/>
          <p:cNvSpPr txBox="1">
            <a:spLocks noGrp="1"/>
          </p:cNvSpPr>
          <p:nvPr>
            <p:ph type="body" idx="5"/>
          </p:nvPr>
        </p:nvSpPr>
        <p:spPr>
          <a:xfrm>
            <a:off x="6091950" y="3706763"/>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28" name="Google Shape;128;p18"/>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29" name="Google Shape;129;p18"/>
          <p:cNvSpPr txBox="1">
            <a:spLocks noGrp="1"/>
          </p:cNvSpPr>
          <p:nvPr>
            <p:ph type="title"/>
          </p:nvPr>
        </p:nvSpPr>
        <p:spPr>
          <a:xfrm>
            <a:off x="283850" y="285900"/>
            <a:ext cx="56742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30" name="Google Shape;130;p18"/>
          <p:cNvSpPr txBox="1">
            <a:spLocks noGrp="1"/>
          </p:cNvSpPr>
          <p:nvPr>
            <p:ph type="body" idx="6"/>
          </p:nvPr>
        </p:nvSpPr>
        <p:spPr>
          <a:xfrm>
            <a:off x="6091950" y="1553875"/>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31" name="Google Shape;131;p18"/>
          <p:cNvSpPr txBox="1">
            <a:spLocks noGrp="1"/>
          </p:cNvSpPr>
          <p:nvPr>
            <p:ph type="title" idx="7"/>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32" name="Google Shape;132;p18"/>
          <p:cNvSpPr txBox="1">
            <a:spLocks noGrp="1"/>
          </p:cNvSpPr>
          <p:nvPr>
            <p:ph type="title" idx="8"/>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33" name="Google Shape;133;p18"/>
          <p:cNvSpPr txBox="1">
            <a:spLocks noGrp="1"/>
          </p:cNvSpPr>
          <p:nvPr>
            <p:ph type="subTitle" idx="9"/>
          </p:nvPr>
        </p:nvSpPr>
        <p:spPr>
          <a:xfrm>
            <a:off x="1648600" y="2636275"/>
            <a:ext cx="4095900" cy="972000"/>
          </a:xfrm>
          <a:prstGeom prst="rect">
            <a:avLst/>
          </a:prstGeom>
        </p:spPr>
        <p:txBody>
          <a:bodyPr spcFirstLastPara="1" wrap="square" lIns="0" tIns="0" rIns="0" bIns="0" anchor="ctr" anchorCtr="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a:endParaRPr/>
          </a:p>
        </p:txBody>
      </p:sp>
      <p:sp>
        <p:nvSpPr>
          <p:cNvPr id="134" name="Google Shape;134;p18"/>
          <p:cNvSpPr txBox="1">
            <a:spLocks noGrp="1"/>
          </p:cNvSpPr>
          <p:nvPr>
            <p:ph type="subTitle" idx="13"/>
          </p:nvPr>
        </p:nvSpPr>
        <p:spPr>
          <a:xfrm>
            <a:off x="1648600" y="1552438"/>
            <a:ext cx="4095900" cy="972000"/>
          </a:xfrm>
          <a:prstGeom prst="rect">
            <a:avLst/>
          </a:prstGeom>
        </p:spPr>
        <p:txBody>
          <a:bodyPr spcFirstLastPara="1" wrap="square" lIns="0" tIns="0" rIns="0" bIns="0" anchor="ctr" anchorCtr="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a:endParaRPr/>
          </a:p>
        </p:txBody>
      </p:sp>
      <p:sp>
        <p:nvSpPr>
          <p:cNvPr id="135" name="Google Shape;135;p18"/>
          <p:cNvSpPr txBox="1">
            <a:spLocks noGrp="1"/>
          </p:cNvSpPr>
          <p:nvPr>
            <p:ph type="subTitle" idx="14"/>
          </p:nvPr>
        </p:nvSpPr>
        <p:spPr>
          <a:xfrm>
            <a:off x="1648600" y="3707613"/>
            <a:ext cx="4095900" cy="972000"/>
          </a:xfrm>
          <a:prstGeom prst="rect">
            <a:avLst/>
          </a:prstGeom>
        </p:spPr>
        <p:txBody>
          <a:bodyPr spcFirstLastPara="1" wrap="square" lIns="0" tIns="0" rIns="0" bIns="0" anchor="ctr" anchorCtr="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ree big ideas - Alt 6">
  <p:cSld name="BLANK_1_1_1_1_1_1_1_1_1_1_1_1_1_2_1_2_1_1">
    <p:bg>
      <p:bgPr>
        <a:solidFill>
          <a:schemeClr val="lt1"/>
        </a:solidFill>
        <a:effectLst/>
      </p:bgPr>
    </p:bg>
    <p:spTree>
      <p:nvGrpSpPr>
        <p:cNvPr id="1" name="Shape 136"/>
        <p:cNvGrpSpPr/>
        <p:nvPr/>
      </p:nvGrpSpPr>
      <p:grpSpPr>
        <a:xfrm>
          <a:off x="0" y="0"/>
          <a:ext cx="0" cy="0"/>
          <a:chOff x="0" y="0"/>
          <a:chExt cx="0" cy="0"/>
        </a:xfrm>
      </p:grpSpPr>
      <p:sp>
        <p:nvSpPr>
          <p:cNvPr id="137" name="Google Shape;137;p19"/>
          <p:cNvSpPr txBox="1">
            <a:spLocks noGrp="1"/>
          </p:cNvSpPr>
          <p:nvPr>
            <p:ph type="subTitle" idx="1"/>
          </p:nvPr>
        </p:nvSpPr>
        <p:spPr>
          <a:xfrm>
            <a:off x="3185700" y="37169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38" name="Google Shape;138;p19"/>
          <p:cNvSpPr txBox="1">
            <a:spLocks noGrp="1"/>
          </p:cNvSpPr>
          <p:nvPr>
            <p:ph type="subTitle" idx="2"/>
          </p:nvPr>
        </p:nvSpPr>
        <p:spPr>
          <a:xfrm>
            <a:off x="1736388" y="26362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39" name="Google Shape;139;p19"/>
          <p:cNvSpPr txBox="1">
            <a:spLocks noGrp="1"/>
          </p:cNvSpPr>
          <p:nvPr>
            <p:ph type="subTitle" idx="3"/>
          </p:nvPr>
        </p:nvSpPr>
        <p:spPr>
          <a:xfrm>
            <a:off x="288625" y="15555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40" name="Google Shape;140;p19"/>
          <p:cNvSpPr txBox="1">
            <a:spLocks noGrp="1"/>
          </p:cNvSpPr>
          <p:nvPr>
            <p:ph type="body" idx="4"/>
          </p:nvPr>
        </p:nvSpPr>
        <p:spPr>
          <a:xfrm>
            <a:off x="3187500" y="2635425"/>
            <a:ext cx="4227000" cy="972000"/>
          </a:xfrm>
          <a:prstGeom prst="rect">
            <a:avLst/>
          </a:prstGeom>
        </p:spPr>
        <p:txBody>
          <a:bodyPr spcFirstLastPara="1" wrap="square" lIns="0" tIns="0" rIns="0" bIns="0" anchor="ctr" anchorCtr="0">
            <a:noAutofit/>
          </a:bodyPr>
          <a:lstStyle>
            <a:lvl1pPr marL="457200" lvl="0" indent="-304800">
              <a:lnSpc>
                <a:spcPct val="100000"/>
              </a:lnSpc>
              <a:spcBef>
                <a:spcPts val="0"/>
              </a:spcBef>
              <a:spcAft>
                <a:spcPts val="0"/>
              </a:spcAft>
              <a:buClr>
                <a:schemeClr val="dk1"/>
              </a:buClr>
              <a:buSzPts val="1200"/>
              <a:buFont typeface="Inter"/>
              <a:buChar char="●"/>
              <a:defRPr>
                <a:solidFill>
                  <a:schemeClr val="dk1"/>
                </a:solidFill>
              </a:defRPr>
            </a:lvl1pPr>
            <a:lvl2pPr marL="914400" lvl="1" indent="-304800">
              <a:lnSpc>
                <a:spcPct val="100000"/>
              </a:lnSpc>
              <a:spcBef>
                <a:spcPts val="0"/>
              </a:spcBef>
              <a:spcAft>
                <a:spcPts val="0"/>
              </a:spcAft>
              <a:buClr>
                <a:schemeClr val="dk1"/>
              </a:buClr>
              <a:buSzPts val="1200"/>
              <a:buFont typeface="Inter"/>
              <a:buChar char="○"/>
              <a:defRPr>
                <a:solidFill>
                  <a:schemeClr val="dk1"/>
                </a:solidFill>
              </a:defRPr>
            </a:lvl2pPr>
            <a:lvl3pPr marL="1371600" lvl="2" indent="-304800">
              <a:lnSpc>
                <a:spcPct val="100000"/>
              </a:lnSpc>
              <a:spcBef>
                <a:spcPts val="0"/>
              </a:spcBef>
              <a:spcAft>
                <a:spcPts val="0"/>
              </a:spcAft>
              <a:buClr>
                <a:schemeClr val="dk1"/>
              </a:buClr>
              <a:buSzPts val="1200"/>
              <a:buFont typeface="Inter"/>
              <a:buChar char="■"/>
              <a:defRPr>
                <a:solidFill>
                  <a:schemeClr val="dk1"/>
                </a:solidFill>
              </a:defRPr>
            </a:lvl3pPr>
            <a:lvl4pPr marL="1828800" lvl="3" indent="-304800">
              <a:lnSpc>
                <a:spcPct val="100000"/>
              </a:lnSpc>
              <a:spcBef>
                <a:spcPts val="0"/>
              </a:spcBef>
              <a:spcAft>
                <a:spcPts val="0"/>
              </a:spcAft>
              <a:buClr>
                <a:schemeClr val="dk1"/>
              </a:buClr>
              <a:buSzPts val="1200"/>
              <a:buFont typeface="Inter"/>
              <a:buChar char="●"/>
              <a:defRPr>
                <a:solidFill>
                  <a:schemeClr val="dk1"/>
                </a:solidFill>
              </a:defRPr>
            </a:lvl4pPr>
            <a:lvl5pPr marL="2286000" lvl="4" indent="-304800">
              <a:lnSpc>
                <a:spcPct val="100000"/>
              </a:lnSpc>
              <a:spcBef>
                <a:spcPts val="0"/>
              </a:spcBef>
              <a:spcAft>
                <a:spcPts val="0"/>
              </a:spcAft>
              <a:buClr>
                <a:schemeClr val="dk1"/>
              </a:buClr>
              <a:buSzPts val="1200"/>
              <a:buFont typeface="Inter"/>
              <a:buChar char="○"/>
              <a:defRPr>
                <a:solidFill>
                  <a:schemeClr val="dk1"/>
                </a:solidFill>
              </a:defRPr>
            </a:lvl5pPr>
            <a:lvl6pPr marL="2743200" lvl="5" indent="-304800">
              <a:lnSpc>
                <a:spcPct val="100000"/>
              </a:lnSpc>
              <a:spcBef>
                <a:spcPts val="0"/>
              </a:spcBef>
              <a:spcAft>
                <a:spcPts val="0"/>
              </a:spcAft>
              <a:buClr>
                <a:schemeClr val="dk1"/>
              </a:buClr>
              <a:buSzPts val="1200"/>
              <a:buFont typeface="Inter"/>
              <a:buChar char="■"/>
              <a:defRPr>
                <a:solidFill>
                  <a:schemeClr val="dk1"/>
                </a:solidFill>
              </a:defRPr>
            </a:lvl6pPr>
            <a:lvl7pPr marL="3200400" lvl="6" indent="-304800">
              <a:lnSpc>
                <a:spcPct val="100000"/>
              </a:lnSpc>
              <a:spcBef>
                <a:spcPts val="0"/>
              </a:spcBef>
              <a:spcAft>
                <a:spcPts val="0"/>
              </a:spcAft>
              <a:buClr>
                <a:schemeClr val="dk1"/>
              </a:buClr>
              <a:buSzPts val="1200"/>
              <a:buFont typeface="Inter"/>
              <a:buChar char="●"/>
              <a:defRPr>
                <a:solidFill>
                  <a:schemeClr val="dk1"/>
                </a:solidFill>
              </a:defRPr>
            </a:lvl7pPr>
            <a:lvl8pPr marL="3657600" lvl="7" indent="-304800">
              <a:lnSpc>
                <a:spcPct val="100000"/>
              </a:lnSpc>
              <a:spcBef>
                <a:spcPts val="0"/>
              </a:spcBef>
              <a:spcAft>
                <a:spcPts val="0"/>
              </a:spcAft>
              <a:buClr>
                <a:schemeClr val="dk1"/>
              </a:buClr>
              <a:buSzPts val="1200"/>
              <a:buFont typeface="Inter"/>
              <a:buChar char="○"/>
              <a:defRPr>
                <a:solidFill>
                  <a:schemeClr val="dk1"/>
                </a:solidFill>
              </a:defRPr>
            </a:lvl8pPr>
            <a:lvl9pPr marL="4114800" lvl="8" indent="-304800">
              <a:lnSpc>
                <a:spcPct val="100000"/>
              </a:lnSpc>
              <a:spcBef>
                <a:spcPts val="0"/>
              </a:spcBef>
              <a:spcAft>
                <a:spcPts val="0"/>
              </a:spcAft>
              <a:buClr>
                <a:schemeClr val="dk1"/>
              </a:buClr>
              <a:buSzPts val="1200"/>
              <a:buFont typeface="Inter"/>
              <a:buChar char="■"/>
              <a:defRPr>
                <a:solidFill>
                  <a:schemeClr val="dk1"/>
                </a:solidFill>
              </a:defRPr>
            </a:lvl9pPr>
          </a:lstStyle>
          <a:p>
            <a:endParaRPr/>
          </a:p>
        </p:txBody>
      </p:sp>
      <p:sp>
        <p:nvSpPr>
          <p:cNvPr id="141" name="Google Shape;141;p19"/>
          <p:cNvSpPr txBox="1">
            <a:spLocks noGrp="1"/>
          </p:cNvSpPr>
          <p:nvPr>
            <p:ph type="body" idx="5"/>
          </p:nvPr>
        </p:nvSpPr>
        <p:spPr>
          <a:xfrm>
            <a:off x="4629750" y="3706771"/>
            <a:ext cx="4227000" cy="972000"/>
          </a:xfrm>
          <a:prstGeom prst="rect">
            <a:avLst/>
          </a:prstGeom>
        </p:spPr>
        <p:txBody>
          <a:bodyPr spcFirstLastPara="1" wrap="square" lIns="0" tIns="0" rIns="0" bIns="0" anchor="ctr" anchorCtr="0">
            <a:noAutofit/>
          </a:bodyPr>
          <a:lstStyle>
            <a:lvl1pPr marL="457200" lvl="0" indent="-304800">
              <a:spcBef>
                <a:spcPts val="0"/>
              </a:spcBef>
              <a:spcAft>
                <a:spcPts val="0"/>
              </a:spcAft>
              <a:buClr>
                <a:schemeClr val="dk1"/>
              </a:buClr>
              <a:buSzPts val="1200"/>
              <a:buFont typeface="Inter"/>
              <a:buChar char="●"/>
              <a:defRPr>
                <a:solidFill>
                  <a:schemeClr val="dk1"/>
                </a:solidFill>
              </a:defRPr>
            </a:lvl1pPr>
            <a:lvl2pPr marL="914400" lvl="1" indent="-304800">
              <a:spcBef>
                <a:spcPts val="0"/>
              </a:spcBef>
              <a:spcAft>
                <a:spcPts val="0"/>
              </a:spcAft>
              <a:buClr>
                <a:schemeClr val="dk1"/>
              </a:buClr>
              <a:buSzPts val="1200"/>
              <a:buFont typeface="Inter"/>
              <a:buChar char="○"/>
              <a:defRPr>
                <a:solidFill>
                  <a:schemeClr val="dk1"/>
                </a:solidFill>
              </a:defRPr>
            </a:lvl2pPr>
            <a:lvl3pPr marL="1371600" lvl="2" indent="-304800">
              <a:spcBef>
                <a:spcPts val="0"/>
              </a:spcBef>
              <a:spcAft>
                <a:spcPts val="0"/>
              </a:spcAft>
              <a:buClr>
                <a:schemeClr val="dk1"/>
              </a:buClr>
              <a:buSzPts val="1200"/>
              <a:buFont typeface="Inter"/>
              <a:buChar char="■"/>
              <a:defRPr>
                <a:solidFill>
                  <a:schemeClr val="dk1"/>
                </a:solidFill>
              </a:defRPr>
            </a:lvl3pPr>
            <a:lvl4pPr marL="1828800" lvl="3" indent="-304800">
              <a:spcBef>
                <a:spcPts val="0"/>
              </a:spcBef>
              <a:spcAft>
                <a:spcPts val="0"/>
              </a:spcAft>
              <a:buClr>
                <a:schemeClr val="dk1"/>
              </a:buClr>
              <a:buSzPts val="1200"/>
              <a:buFont typeface="Inter"/>
              <a:buChar char="●"/>
              <a:defRPr>
                <a:solidFill>
                  <a:schemeClr val="dk1"/>
                </a:solidFill>
              </a:defRPr>
            </a:lvl4pPr>
            <a:lvl5pPr marL="2286000" lvl="4" indent="-304800">
              <a:spcBef>
                <a:spcPts val="0"/>
              </a:spcBef>
              <a:spcAft>
                <a:spcPts val="0"/>
              </a:spcAft>
              <a:buClr>
                <a:schemeClr val="dk1"/>
              </a:buClr>
              <a:buSzPts val="1200"/>
              <a:buFont typeface="Inter"/>
              <a:buChar char="○"/>
              <a:defRPr>
                <a:solidFill>
                  <a:schemeClr val="dk1"/>
                </a:solidFill>
              </a:defRPr>
            </a:lvl5pPr>
            <a:lvl6pPr marL="2743200" lvl="5" indent="-304800">
              <a:spcBef>
                <a:spcPts val="0"/>
              </a:spcBef>
              <a:spcAft>
                <a:spcPts val="0"/>
              </a:spcAft>
              <a:buClr>
                <a:schemeClr val="dk1"/>
              </a:buClr>
              <a:buSzPts val="1200"/>
              <a:buFont typeface="Inter"/>
              <a:buChar char="■"/>
              <a:defRPr>
                <a:solidFill>
                  <a:schemeClr val="dk1"/>
                </a:solidFill>
              </a:defRPr>
            </a:lvl6pPr>
            <a:lvl7pPr marL="3200400" lvl="6" indent="-304800">
              <a:spcBef>
                <a:spcPts val="0"/>
              </a:spcBef>
              <a:spcAft>
                <a:spcPts val="0"/>
              </a:spcAft>
              <a:buClr>
                <a:schemeClr val="dk1"/>
              </a:buClr>
              <a:buSzPts val="1200"/>
              <a:buFont typeface="Inter"/>
              <a:buChar char="●"/>
              <a:defRPr>
                <a:solidFill>
                  <a:schemeClr val="dk1"/>
                </a:solidFill>
              </a:defRPr>
            </a:lvl7pPr>
            <a:lvl8pPr marL="3657600" lvl="7" indent="-304800">
              <a:spcBef>
                <a:spcPts val="0"/>
              </a:spcBef>
              <a:spcAft>
                <a:spcPts val="0"/>
              </a:spcAft>
              <a:buClr>
                <a:schemeClr val="dk1"/>
              </a:buClr>
              <a:buSzPts val="1200"/>
              <a:buFont typeface="Inter"/>
              <a:buChar char="○"/>
              <a:defRPr>
                <a:solidFill>
                  <a:schemeClr val="dk1"/>
                </a:solidFill>
              </a:defRPr>
            </a:lvl8pPr>
            <a:lvl9pPr marL="4114800" lvl="8" indent="-304800">
              <a:spcBef>
                <a:spcPts val="0"/>
              </a:spcBef>
              <a:spcAft>
                <a:spcPts val="0"/>
              </a:spcAft>
              <a:buClr>
                <a:schemeClr val="dk1"/>
              </a:buClr>
              <a:buSzPts val="1200"/>
              <a:buFont typeface="Inter"/>
              <a:buChar char="■"/>
              <a:defRPr>
                <a:solidFill>
                  <a:schemeClr val="dk1"/>
                </a:solidFill>
              </a:defRPr>
            </a:lvl9pPr>
          </a:lstStyle>
          <a:p>
            <a:endParaRPr/>
          </a:p>
        </p:txBody>
      </p:sp>
      <p:sp>
        <p:nvSpPr>
          <p:cNvPr id="142" name="Google Shape;142;p19"/>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43" name="Google Shape;143;p19"/>
          <p:cNvSpPr txBox="1">
            <a:spLocks noGrp="1"/>
          </p:cNvSpPr>
          <p:nvPr>
            <p:ph type="title"/>
          </p:nvPr>
        </p:nvSpPr>
        <p:spPr>
          <a:xfrm>
            <a:off x="283850" y="285900"/>
            <a:ext cx="56742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44" name="Google Shape;144;p19"/>
          <p:cNvSpPr txBox="1">
            <a:spLocks noGrp="1"/>
          </p:cNvSpPr>
          <p:nvPr>
            <p:ph type="body" idx="6"/>
          </p:nvPr>
        </p:nvSpPr>
        <p:spPr>
          <a:xfrm>
            <a:off x="1736400" y="1553875"/>
            <a:ext cx="4227000" cy="9720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dk1"/>
              </a:buClr>
              <a:buSzPts val="1200"/>
              <a:buFont typeface="Inter"/>
              <a:buChar char="●"/>
              <a:defRPr>
                <a:solidFill>
                  <a:schemeClr val="dk1"/>
                </a:solidFill>
              </a:defRPr>
            </a:lvl1pPr>
            <a:lvl2pPr marL="914400" lvl="1" indent="-304800">
              <a:spcBef>
                <a:spcPts val="0"/>
              </a:spcBef>
              <a:spcAft>
                <a:spcPts val="0"/>
              </a:spcAft>
              <a:buClr>
                <a:schemeClr val="dk1"/>
              </a:buClr>
              <a:buSzPts val="1200"/>
              <a:buFont typeface="Inter"/>
              <a:buChar char="○"/>
              <a:defRPr>
                <a:solidFill>
                  <a:schemeClr val="dk1"/>
                </a:solidFill>
              </a:defRPr>
            </a:lvl2pPr>
            <a:lvl3pPr marL="1371600" lvl="2" indent="-304800">
              <a:spcBef>
                <a:spcPts val="0"/>
              </a:spcBef>
              <a:spcAft>
                <a:spcPts val="0"/>
              </a:spcAft>
              <a:buClr>
                <a:schemeClr val="dk1"/>
              </a:buClr>
              <a:buSzPts val="1200"/>
              <a:buFont typeface="Inter"/>
              <a:buChar char="■"/>
              <a:defRPr>
                <a:solidFill>
                  <a:schemeClr val="dk1"/>
                </a:solidFill>
              </a:defRPr>
            </a:lvl3pPr>
            <a:lvl4pPr marL="1828800" lvl="3" indent="-304800">
              <a:spcBef>
                <a:spcPts val="0"/>
              </a:spcBef>
              <a:spcAft>
                <a:spcPts val="0"/>
              </a:spcAft>
              <a:buClr>
                <a:schemeClr val="dk1"/>
              </a:buClr>
              <a:buSzPts val="1200"/>
              <a:buFont typeface="Inter"/>
              <a:buChar char="●"/>
              <a:defRPr>
                <a:solidFill>
                  <a:schemeClr val="dk1"/>
                </a:solidFill>
              </a:defRPr>
            </a:lvl4pPr>
            <a:lvl5pPr marL="2286000" lvl="4" indent="-304800">
              <a:spcBef>
                <a:spcPts val="0"/>
              </a:spcBef>
              <a:spcAft>
                <a:spcPts val="0"/>
              </a:spcAft>
              <a:buClr>
                <a:schemeClr val="dk1"/>
              </a:buClr>
              <a:buSzPts val="1200"/>
              <a:buFont typeface="Inter"/>
              <a:buChar char="○"/>
              <a:defRPr>
                <a:solidFill>
                  <a:schemeClr val="dk1"/>
                </a:solidFill>
              </a:defRPr>
            </a:lvl5pPr>
            <a:lvl6pPr marL="2743200" lvl="5" indent="-304800">
              <a:spcBef>
                <a:spcPts val="0"/>
              </a:spcBef>
              <a:spcAft>
                <a:spcPts val="0"/>
              </a:spcAft>
              <a:buClr>
                <a:schemeClr val="dk1"/>
              </a:buClr>
              <a:buSzPts val="1200"/>
              <a:buFont typeface="Inter"/>
              <a:buChar char="■"/>
              <a:defRPr>
                <a:solidFill>
                  <a:schemeClr val="dk1"/>
                </a:solidFill>
              </a:defRPr>
            </a:lvl6pPr>
            <a:lvl7pPr marL="3200400" lvl="6" indent="-304800">
              <a:spcBef>
                <a:spcPts val="0"/>
              </a:spcBef>
              <a:spcAft>
                <a:spcPts val="0"/>
              </a:spcAft>
              <a:buClr>
                <a:schemeClr val="dk1"/>
              </a:buClr>
              <a:buSzPts val="1200"/>
              <a:buFont typeface="Inter"/>
              <a:buChar char="●"/>
              <a:defRPr>
                <a:solidFill>
                  <a:schemeClr val="dk1"/>
                </a:solidFill>
              </a:defRPr>
            </a:lvl7pPr>
            <a:lvl8pPr marL="3657600" lvl="7" indent="-304800">
              <a:spcBef>
                <a:spcPts val="0"/>
              </a:spcBef>
              <a:spcAft>
                <a:spcPts val="0"/>
              </a:spcAft>
              <a:buClr>
                <a:schemeClr val="dk1"/>
              </a:buClr>
              <a:buSzPts val="1200"/>
              <a:buFont typeface="Inter"/>
              <a:buChar char="○"/>
              <a:defRPr>
                <a:solidFill>
                  <a:schemeClr val="dk1"/>
                </a:solidFill>
              </a:defRPr>
            </a:lvl8pPr>
            <a:lvl9pPr marL="4114800" lvl="8" indent="-304800">
              <a:spcBef>
                <a:spcPts val="0"/>
              </a:spcBef>
              <a:spcAft>
                <a:spcPts val="0"/>
              </a:spcAft>
              <a:buClr>
                <a:schemeClr val="dk1"/>
              </a:buClr>
              <a:buSzPts val="1200"/>
              <a:buFont typeface="Inter"/>
              <a:buChar char="■"/>
              <a:defRPr>
                <a:solidFill>
                  <a:schemeClr val="dk1"/>
                </a:solidFill>
              </a:defRPr>
            </a:lvl9pPr>
          </a:lstStyle>
          <a:p>
            <a:endParaRPr/>
          </a:p>
        </p:txBody>
      </p:sp>
      <p:sp>
        <p:nvSpPr>
          <p:cNvPr id="145" name="Google Shape;145;p19"/>
          <p:cNvSpPr txBox="1">
            <a:spLocks noGrp="1"/>
          </p:cNvSpPr>
          <p:nvPr>
            <p:ph type="title" idx="7"/>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46" name="Google Shape;146;p19"/>
          <p:cNvSpPr txBox="1">
            <a:spLocks noGrp="1"/>
          </p:cNvSpPr>
          <p:nvPr>
            <p:ph type="title" idx="8"/>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ree big ideas - Alt 8">
  <p:cSld name="BLANK_1_1_1_1_1_1_1_1_1_1_1_1_1_2_1_1_1">
    <p:spTree>
      <p:nvGrpSpPr>
        <p:cNvPr id="1" name="Shape 147"/>
        <p:cNvGrpSpPr/>
        <p:nvPr/>
      </p:nvGrpSpPr>
      <p:grpSpPr>
        <a:xfrm>
          <a:off x="0" y="0"/>
          <a:ext cx="0" cy="0"/>
          <a:chOff x="0" y="0"/>
          <a:chExt cx="0" cy="0"/>
        </a:xfrm>
      </p:grpSpPr>
      <p:sp>
        <p:nvSpPr>
          <p:cNvPr id="148" name="Google Shape;148;p20"/>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49" name="Google Shape;149;p20"/>
          <p:cNvSpPr txBox="1">
            <a:spLocks noGrp="1"/>
          </p:cNvSpPr>
          <p:nvPr>
            <p:ph type="title"/>
          </p:nvPr>
        </p:nvSpPr>
        <p:spPr>
          <a:xfrm>
            <a:off x="283850" y="285900"/>
            <a:ext cx="5674200" cy="22353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a:endParaRPr/>
          </a:p>
        </p:txBody>
      </p:sp>
      <p:sp>
        <p:nvSpPr>
          <p:cNvPr id="150" name="Google Shape;150;p20"/>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1" name="Google Shape;151;p20"/>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2" name="Google Shape;152;p20"/>
          <p:cNvSpPr txBox="1">
            <a:spLocks noGrp="1"/>
          </p:cNvSpPr>
          <p:nvPr>
            <p:ph type="body" idx="1"/>
          </p:nvPr>
        </p:nvSpPr>
        <p:spPr>
          <a:xfrm>
            <a:off x="2456850" y="3716975"/>
            <a:ext cx="2055000" cy="728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53" name="Google Shape;153;p20"/>
          <p:cNvSpPr txBox="1">
            <a:spLocks noGrp="1"/>
          </p:cNvSpPr>
          <p:nvPr>
            <p:ph type="body" idx="4"/>
          </p:nvPr>
        </p:nvSpPr>
        <p:spPr>
          <a:xfrm>
            <a:off x="4629750" y="3716975"/>
            <a:ext cx="2055000" cy="728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54" name="Google Shape;154;p20"/>
          <p:cNvSpPr txBox="1">
            <a:spLocks noGrp="1"/>
          </p:cNvSpPr>
          <p:nvPr>
            <p:ph type="body" idx="5"/>
          </p:nvPr>
        </p:nvSpPr>
        <p:spPr>
          <a:xfrm>
            <a:off x="6802050" y="3716975"/>
            <a:ext cx="2054700" cy="728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ree big ideas - Alt 9">
  <p:cSld name="BLANK_1_1_1_1_1_1_1_1_1_1_1_1_1_2_1_1_2">
    <p:spTree>
      <p:nvGrpSpPr>
        <p:cNvPr id="1" name="Shape 155"/>
        <p:cNvGrpSpPr/>
        <p:nvPr/>
      </p:nvGrpSpPr>
      <p:grpSpPr>
        <a:xfrm>
          <a:off x="0" y="0"/>
          <a:ext cx="0" cy="0"/>
          <a:chOff x="0" y="0"/>
          <a:chExt cx="0" cy="0"/>
        </a:xfrm>
      </p:grpSpPr>
      <p:sp>
        <p:nvSpPr>
          <p:cNvPr id="156" name="Google Shape;156;p21"/>
          <p:cNvSpPr txBox="1">
            <a:spLocks noGrp="1"/>
          </p:cNvSpPr>
          <p:nvPr>
            <p:ph type="body" idx="1"/>
          </p:nvPr>
        </p:nvSpPr>
        <p:spPr>
          <a:xfrm>
            <a:off x="6091950" y="1553875"/>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57" name="Google Shape;157;p21"/>
          <p:cNvSpPr txBox="1">
            <a:spLocks noGrp="1"/>
          </p:cNvSpPr>
          <p:nvPr>
            <p:ph type="body" idx="2"/>
          </p:nvPr>
        </p:nvSpPr>
        <p:spPr>
          <a:xfrm>
            <a:off x="6091950" y="2635425"/>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58" name="Google Shape;158;p21"/>
          <p:cNvSpPr txBox="1">
            <a:spLocks noGrp="1"/>
          </p:cNvSpPr>
          <p:nvPr>
            <p:ph type="body" idx="3"/>
          </p:nvPr>
        </p:nvSpPr>
        <p:spPr>
          <a:xfrm>
            <a:off x="6091950" y="3706763"/>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59" name="Google Shape;159;p21"/>
          <p:cNvSpPr txBox="1">
            <a:spLocks noGrp="1"/>
          </p:cNvSpPr>
          <p:nvPr>
            <p:ph type="title"/>
          </p:nvPr>
        </p:nvSpPr>
        <p:spPr>
          <a:xfrm>
            <a:off x="283850" y="285900"/>
            <a:ext cx="42276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a:endParaRPr/>
          </a:p>
        </p:txBody>
      </p:sp>
      <p:sp>
        <p:nvSpPr>
          <p:cNvPr id="160" name="Google Shape;160;p21"/>
          <p:cNvSpPr txBox="1">
            <a:spLocks noGrp="1"/>
          </p:cNvSpPr>
          <p:nvPr>
            <p:ph type="title" idx="4"/>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1" name="Google Shape;161;p21"/>
          <p:cNvSpPr txBox="1">
            <a:spLocks noGrp="1"/>
          </p:cNvSpPr>
          <p:nvPr>
            <p:ph type="title" idx="5"/>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2" name="Google Shape;162;p21"/>
          <p:cNvSpPr txBox="1">
            <a:spLocks noGrp="1"/>
          </p:cNvSpPr>
          <p:nvPr>
            <p:ph type="subTitle" idx="6"/>
          </p:nvPr>
        </p:nvSpPr>
        <p:spPr>
          <a:xfrm>
            <a:off x="288625" y="1555575"/>
            <a:ext cx="4509600" cy="972000"/>
          </a:xfrm>
          <a:prstGeom prst="rect">
            <a:avLst/>
          </a:prstGeom>
        </p:spPr>
        <p:txBody>
          <a:bodyPr spcFirstLastPara="1" wrap="square" lIns="0" tIns="0" rIns="0" bIns="0" anchor="t" anchorCtr="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a:endParaRPr/>
          </a:p>
        </p:txBody>
      </p:sp>
      <p:sp>
        <p:nvSpPr>
          <p:cNvPr id="163" name="Google Shape;163;p21"/>
          <p:cNvSpPr txBox="1">
            <a:spLocks noGrp="1"/>
          </p:cNvSpPr>
          <p:nvPr>
            <p:ph type="subTitle" idx="7"/>
          </p:nvPr>
        </p:nvSpPr>
        <p:spPr>
          <a:xfrm>
            <a:off x="288625" y="2636275"/>
            <a:ext cx="4509600" cy="972000"/>
          </a:xfrm>
          <a:prstGeom prst="rect">
            <a:avLst/>
          </a:prstGeom>
        </p:spPr>
        <p:txBody>
          <a:bodyPr spcFirstLastPara="1" wrap="square" lIns="0" tIns="0" rIns="0" bIns="0" anchor="t" anchorCtr="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a:endParaRPr/>
          </a:p>
        </p:txBody>
      </p:sp>
      <p:sp>
        <p:nvSpPr>
          <p:cNvPr id="164" name="Google Shape;164;p21"/>
          <p:cNvSpPr txBox="1">
            <a:spLocks noGrp="1"/>
          </p:cNvSpPr>
          <p:nvPr>
            <p:ph type="subTitle" idx="8"/>
          </p:nvPr>
        </p:nvSpPr>
        <p:spPr>
          <a:xfrm>
            <a:off x="288625" y="3716975"/>
            <a:ext cx="4509600" cy="972000"/>
          </a:xfrm>
          <a:prstGeom prst="rect">
            <a:avLst/>
          </a:prstGeom>
        </p:spPr>
        <p:txBody>
          <a:bodyPr spcFirstLastPara="1" wrap="square" lIns="0" tIns="0" rIns="0" bIns="0" anchor="t" anchorCtr="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a:endParaRPr/>
          </a:p>
        </p:txBody>
      </p:sp>
      <p:sp>
        <p:nvSpPr>
          <p:cNvPr id="165" name="Google Shape;165;p21"/>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ree big ideas - Alt 10">
  <p:cSld name="BLANK_1_1_1_1_1_1_1_1_1_1_1_1_1_2_1_3">
    <p:bg>
      <p:bgPr>
        <a:solidFill>
          <a:schemeClr val="accent3"/>
        </a:solidFill>
        <a:effectLst/>
      </p:bgPr>
    </p:bg>
    <p:spTree>
      <p:nvGrpSpPr>
        <p:cNvPr id="1" name="Shape 166"/>
        <p:cNvGrpSpPr/>
        <p:nvPr/>
      </p:nvGrpSpPr>
      <p:grpSpPr>
        <a:xfrm>
          <a:off x="0" y="0"/>
          <a:ext cx="0" cy="0"/>
          <a:chOff x="0" y="0"/>
          <a:chExt cx="0" cy="0"/>
        </a:xfrm>
      </p:grpSpPr>
      <p:sp>
        <p:nvSpPr>
          <p:cNvPr id="167" name="Google Shape;167;p22"/>
          <p:cNvSpPr txBox="1">
            <a:spLocks noGrp="1"/>
          </p:cNvSpPr>
          <p:nvPr>
            <p:ph type="subTitle" idx="1"/>
          </p:nvPr>
        </p:nvSpPr>
        <p:spPr>
          <a:xfrm>
            <a:off x="4629000" y="285900"/>
            <a:ext cx="4228200" cy="357600"/>
          </a:xfrm>
          <a:prstGeom prst="rect">
            <a:avLst/>
          </a:prstGeom>
        </p:spPr>
        <p:txBody>
          <a:bodyPr spcFirstLastPara="1" wrap="square" lIns="182875" tIns="182875" rIns="0" bIns="0" anchor="t" anchorCtr="0">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a:endParaRPr/>
          </a:p>
        </p:txBody>
      </p:sp>
      <p:sp>
        <p:nvSpPr>
          <p:cNvPr id="168" name="Google Shape;168;p22"/>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69" name="Google Shape;169;p22"/>
          <p:cNvSpPr txBox="1">
            <a:spLocks noGrp="1"/>
          </p:cNvSpPr>
          <p:nvPr>
            <p:ph type="title"/>
          </p:nvPr>
        </p:nvSpPr>
        <p:spPr>
          <a:xfrm>
            <a:off x="283850" y="285900"/>
            <a:ext cx="27648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70" name="Google Shape;170;p22"/>
          <p:cNvSpPr txBox="1">
            <a:spLocks noGrp="1"/>
          </p:cNvSpPr>
          <p:nvPr>
            <p:ph type="body" idx="2"/>
          </p:nvPr>
        </p:nvSpPr>
        <p:spPr>
          <a:xfrm>
            <a:off x="4629450" y="786100"/>
            <a:ext cx="2172600" cy="804300"/>
          </a:xfrm>
          <a:prstGeom prst="rect">
            <a:avLst/>
          </a:prstGeom>
        </p:spPr>
        <p:txBody>
          <a:bodyPr spcFirstLastPara="1" wrap="square" lIns="182875" tIns="0" rIns="182875"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71" name="Google Shape;171;p22"/>
          <p:cNvSpPr txBox="1">
            <a:spLocks noGrp="1"/>
          </p:cNvSpPr>
          <p:nvPr>
            <p:ph type="title" idx="3"/>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72" name="Google Shape;172;p22"/>
          <p:cNvSpPr txBox="1">
            <a:spLocks noGrp="1"/>
          </p:cNvSpPr>
          <p:nvPr>
            <p:ph type="title" idx="4"/>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73" name="Google Shape;173;p22"/>
          <p:cNvSpPr txBox="1">
            <a:spLocks noGrp="1"/>
          </p:cNvSpPr>
          <p:nvPr>
            <p:ph type="subTitle" idx="5"/>
          </p:nvPr>
        </p:nvSpPr>
        <p:spPr>
          <a:xfrm>
            <a:off x="4629000" y="1751850"/>
            <a:ext cx="4228200" cy="357600"/>
          </a:xfrm>
          <a:prstGeom prst="rect">
            <a:avLst/>
          </a:prstGeom>
        </p:spPr>
        <p:txBody>
          <a:bodyPr spcFirstLastPara="1" wrap="square" lIns="182875" tIns="182875" rIns="0" bIns="0" anchor="t" anchorCtr="0">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a:endParaRPr/>
          </a:p>
        </p:txBody>
      </p:sp>
      <p:sp>
        <p:nvSpPr>
          <p:cNvPr id="174" name="Google Shape;174;p22"/>
          <p:cNvSpPr txBox="1">
            <a:spLocks noGrp="1"/>
          </p:cNvSpPr>
          <p:nvPr>
            <p:ph type="body" idx="6"/>
          </p:nvPr>
        </p:nvSpPr>
        <p:spPr>
          <a:xfrm>
            <a:off x="4629450" y="2252055"/>
            <a:ext cx="2172600" cy="804300"/>
          </a:xfrm>
          <a:prstGeom prst="rect">
            <a:avLst/>
          </a:prstGeom>
        </p:spPr>
        <p:txBody>
          <a:bodyPr spcFirstLastPara="1" wrap="square" lIns="182875" tIns="0" rIns="182875"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75" name="Google Shape;175;p22"/>
          <p:cNvSpPr txBox="1">
            <a:spLocks noGrp="1"/>
          </p:cNvSpPr>
          <p:nvPr>
            <p:ph type="subTitle" idx="7"/>
          </p:nvPr>
        </p:nvSpPr>
        <p:spPr>
          <a:xfrm>
            <a:off x="4629000" y="3217788"/>
            <a:ext cx="4228200" cy="357600"/>
          </a:xfrm>
          <a:prstGeom prst="rect">
            <a:avLst/>
          </a:prstGeom>
        </p:spPr>
        <p:txBody>
          <a:bodyPr spcFirstLastPara="1" wrap="square" lIns="182875" tIns="182875" rIns="0" bIns="0" anchor="t" anchorCtr="0">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a:endParaRPr/>
          </a:p>
        </p:txBody>
      </p:sp>
      <p:sp>
        <p:nvSpPr>
          <p:cNvPr id="176" name="Google Shape;176;p22"/>
          <p:cNvSpPr txBox="1">
            <a:spLocks noGrp="1"/>
          </p:cNvSpPr>
          <p:nvPr>
            <p:ph type="body" idx="8"/>
          </p:nvPr>
        </p:nvSpPr>
        <p:spPr>
          <a:xfrm>
            <a:off x="4629450" y="3717997"/>
            <a:ext cx="2172600" cy="804300"/>
          </a:xfrm>
          <a:prstGeom prst="rect">
            <a:avLst/>
          </a:prstGeom>
        </p:spPr>
        <p:txBody>
          <a:bodyPr spcFirstLastPara="1" wrap="square" lIns="182875" tIns="0" rIns="182875"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77" name="Google Shape;177;p22"/>
          <p:cNvSpPr txBox="1">
            <a:spLocks noGrp="1"/>
          </p:cNvSpPr>
          <p:nvPr>
            <p:ph type="body" idx="9"/>
          </p:nvPr>
        </p:nvSpPr>
        <p:spPr>
          <a:xfrm>
            <a:off x="284850" y="3717988"/>
            <a:ext cx="2055300" cy="804300"/>
          </a:xfrm>
          <a:prstGeom prst="rect">
            <a:avLst/>
          </a:prstGeom>
        </p:spPr>
        <p:txBody>
          <a:bodyPr spcFirstLastPara="1" wrap="square" lIns="0" tIns="0" rIns="182875" bIns="0" anchor="t" anchorCtr="0">
            <a:spAutoFit/>
          </a:bodyPr>
          <a:lstStyle>
            <a:lvl1pPr marL="457200" lvl="0" indent="-292100">
              <a:lnSpc>
                <a:spcPct val="100000"/>
              </a:lnSpc>
              <a:spcBef>
                <a:spcPts val="0"/>
              </a:spcBef>
              <a:spcAft>
                <a:spcPts val="0"/>
              </a:spcAft>
              <a:buClr>
                <a:schemeClr val="dk1"/>
              </a:buClr>
              <a:buSzPts val="1000"/>
              <a:buFont typeface="Inter"/>
              <a:buChar char="●"/>
              <a:defRPr sz="1000">
                <a:solidFill>
                  <a:schemeClr val="dk1"/>
                </a:solidFill>
              </a:defRPr>
            </a:lvl1pPr>
            <a:lvl2pPr marL="914400" lvl="1" indent="-292100">
              <a:lnSpc>
                <a:spcPct val="100000"/>
              </a:lnSpc>
              <a:spcBef>
                <a:spcPts val="0"/>
              </a:spcBef>
              <a:spcAft>
                <a:spcPts val="0"/>
              </a:spcAft>
              <a:buClr>
                <a:schemeClr val="dk1"/>
              </a:buClr>
              <a:buSzPts val="1000"/>
              <a:buFont typeface="Inter"/>
              <a:buChar char="○"/>
              <a:defRPr sz="1000">
                <a:solidFill>
                  <a:schemeClr val="dk1"/>
                </a:solidFill>
              </a:defRPr>
            </a:lvl2pPr>
            <a:lvl3pPr marL="1371600" lvl="2" indent="-292100">
              <a:lnSpc>
                <a:spcPct val="100000"/>
              </a:lnSpc>
              <a:spcBef>
                <a:spcPts val="0"/>
              </a:spcBef>
              <a:spcAft>
                <a:spcPts val="0"/>
              </a:spcAft>
              <a:buClr>
                <a:schemeClr val="dk1"/>
              </a:buClr>
              <a:buSzPts val="1000"/>
              <a:buFont typeface="Inter"/>
              <a:buChar char="■"/>
              <a:defRPr sz="1000">
                <a:solidFill>
                  <a:schemeClr val="dk1"/>
                </a:solidFill>
              </a:defRPr>
            </a:lvl3pPr>
            <a:lvl4pPr marL="1828800" lvl="3" indent="-292100">
              <a:lnSpc>
                <a:spcPct val="100000"/>
              </a:lnSpc>
              <a:spcBef>
                <a:spcPts val="0"/>
              </a:spcBef>
              <a:spcAft>
                <a:spcPts val="0"/>
              </a:spcAft>
              <a:buClr>
                <a:schemeClr val="dk1"/>
              </a:buClr>
              <a:buSzPts val="1000"/>
              <a:buFont typeface="Inter"/>
              <a:buChar char="●"/>
              <a:defRPr sz="1000">
                <a:solidFill>
                  <a:schemeClr val="dk1"/>
                </a:solidFill>
              </a:defRPr>
            </a:lvl4pPr>
            <a:lvl5pPr marL="2286000" lvl="4" indent="-292100">
              <a:lnSpc>
                <a:spcPct val="100000"/>
              </a:lnSpc>
              <a:spcBef>
                <a:spcPts val="0"/>
              </a:spcBef>
              <a:spcAft>
                <a:spcPts val="0"/>
              </a:spcAft>
              <a:buClr>
                <a:schemeClr val="dk1"/>
              </a:buClr>
              <a:buSzPts val="1000"/>
              <a:buFont typeface="Inter"/>
              <a:buChar char="○"/>
              <a:defRPr sz="1000">
                <a:solidFill>
                  <a:schemeClr val="dk1"/>
                </a:solidFill>
              </a:defRPr>
            </a:lvl5pPr>
            <a:lvl6pPr marL="2743200" lvl="5" indent="-292100">
              <a:lnSpc>
                <a:spcPct val="100000"/>
              </a:lnSpc>
              <a:spcBef>
                <a:spcPts val="0"/>
              </a:spcBef>
              <a:spcAft>
                <a:spcPts val="0"/>
              </a:spcAft>
              <a:buClr>
                <a:schemeClr val="dk1"/>
              </a:buClr>
              <a:buSzPts val="1000"/>
              <a:buFont typeface="Inter"/>
              <a:buChar char="■"/>
              <a:defRPr sz="1000">
                <a:solidFill>
                  <a:schemeClr val="dk1"/>
                </a:solidFill>
              </a:defRPr>
            </a:lvl6pPr>
            <a:lvl7pPr marL="3200400" lvl="6" indent="-292100">
              <a:lnSpc>
                <a:spcPct val="100000"/>
              </a:lnSpc>
              <a:spcBef>
                <a:spcPts val="0"/>
              </a:spcBef>
              <a:spcAft>
                <a:spcPts val="0"/>
              </a:spcAft>
              <a:buClr>
                <a:schemeClr val="dk1"/>
              </a:buClr>
              <a:buSzPts val="1000"/>
              <a:buFont typeface="Inter"/>
              <a:buChar char="●"/>
              <a:defRPr sz="1000">
                <a:solidFill>
                  <a:schemeClr val="dk1"/>
                </a:solidFill>
              </a:defRPr>
            </a:lvl7pPr>
            <a:lvl8pPr marL="3657600" lvl="7" indent="-292100">
              <a:lnSpc>
                <a:spcPct val="100000"/>
              </a:lnSpc>
              <a:spcBef>
                <a:spcPts val="0"/>
              </a:spcBef>
              <a:spcAft>
                <a:spcPts val="0"/>
              </a:spcAft>
              <a:buClr>
                <a:schemeClr val="dk1"/>
              </a:buClr>
              <a:buSzPts val="1000"/>
              <a:buFont typeface="Inter"/>
              <a:buChar char="○"/>
              <a:defRPr sz="1000">
                <a:solidFill>
                  <a:schemeClr val="dk1"/>
                </a:solidFill>
              </a:defRPr>
            </a:lvl8pPr>
            <a:lvl9pPr marL="4114800" lvl="8" indent="-292100">
              <a:lnSpc>
                <a:spcPct val="100000"/>
              </a:lnSpc>
              <a:spcBef>
                <a:spcPts val="0"/>
              </a:spcBef>
              <a:spcAft>
                <a:spcPts val="0"/>
              </a:spcAft>
              <a:buClr>
                <a:schemeClr val="dk1"/>
              </a:buClr>
              <a:buSzPts val="1000"/>
              <a:buFont typeface="Inter"/>
              <a:buChar char="■"/>
              <a:defRPr sz="1000">
                <a:solidFill>
                  <a:schemeClr val="dk1"/>
                </a:solidFill>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image grid and description">
  <p:cSld name="CUSTOM">
    <p:bg>
      <p:bgPr>
        <a:solidFill>
          <a:schemeClr val="accent3"/>
        </a:solidFill>
        <a:effectLst/>
      </p:bgPr>
    </p:bg>
    <p:spTree>
      <p:nvGrpSpPr>
        <p:cNvPr id="1" name="Shape 178"/>
        <p:cNvGrpSpPr/>
        <p:nvPr/>
      </p:nvGrpSpPr>
      <p:grpSpPr>
        <a:xfrm>
          <a:off x="0" y="0"/>
          <a:ext cx="0" cy="0"/>
          <a:chOff x="0" y="0"/>
          <a:chExt cx="0" cy="0"/>
        </a:xfrm>
      </p:grpSpPr>
      <p:sp>
        <p:nvSpPr>
          <p:cNvPr id="179" name="Google Shape;179;p23"/>
          <p:cNvSpPr>
            <a:spLocks noGrp="1"/>
          </p:cNvSpPr>
          <p:nvPr>
            <p:ph type="pic" idx="2"/>
          </p:nvPr>
        </p:nvSpPr>
        <p:spPr>
          <a:xfrm>
            <a:off x="4629750" y="286075"/>
            <a:ext cx="1257900" cy="1261500"/>
          </a:xfrm>
          <a:prstGeom prst="rect">
            <a:avLst/>
          </a:prstGeom>
          <a:noFill/>
          <a:ln>
            <a:noFill/>
          </a:ln>
        </p:spPr>
      </p:sp>
      <p:sp>
        <p:nvSpPr>
          <p:cNvPr id="180" name="Google Shape;180;p23"/>
          <p:cNvSpPr>
            <a:spLocks noGrp="1"/>
          </p:cNvSpPr>
          <p:nvPr>
            <p:ph type="pic" idx="3"/>
          </p:nvPr>
        </p:nvSpPr>
        <p:spPr>
          <a:xfrm>
            <a:off x="6111800" y="286075"/>
            <a:ext cx="1257900" cy="1261500"/>
          </a:xfrm>
          <a:prstGeom prst="rect">
            <a:avLst/>
          </a:prstGeom>
          <a:noFill/>
          <a:ln>
            <a:noFill/>
          </a:ln>
        </p:spPr>
      </p:sp>
      <p:sp>
        <p:nvSpPr>
          <p:cNvPr id="181" name="Google Shape;181;p23"/>
          <p:cNvSpPr>
            <a:spLocks noGrp="1"/>
          </p:cNvSpPr>
          <p:nvPr>
            <p:ph type="pic" idx="4"/>
          </p:nvPr>
        </p:nvSpPr>
        <p:spPr>
          <a:xfrm>
            <a:off x="7593850" y="286075"/>
            <a:ext cx="1257900" cy="1261500"/>
          </a:xfrm>
          <a:prstGeom prst="rect">
            <a:avLst/>
          </a:prstGeom>
          <a:noFill/>
          <a:ln>
            <a:noFill/>
          </a:ln>
        </p:spPr>
      </p:sp>
      <p:sp>
        <p:nvSpPr>
          <p:cNvPr id="182" name="Google Shape;182;p23"/>
          <p:cNvSpPr>
            <a:spLocks noGrp="1"/>
          </p:cNvSpPr>
          <p:nvPr>
            <p:ph type="pic" idx="5"/>
          </p:nvPr>
        </p:nvSpPr>
        <p:spPr>
          <a:xfrm>
            <a:off x="4629750" y="2634475"/>
            <a:ext cx="1257900" cy="1261500"/>
          </a:xfrm>
          <a:prstGeom prst="rect">
            <a:avLst/>
          </a:prstGeom>
          <a:noFill/>
          <a:ln>
            <a:noFill/>
          </a:ln>
        </p:spPr>
      </p:sp>
      <p:sp>
        <p:nvSpPr>
          <p:cNvPr id="183" name="Google Shape;183;p23"/>
          <p:cNvSpPr>
            <a:spLocks noGrp="1"/>
          </p:cNvSpPr>
          <p:nvPr>
            <p:ph type="pic" idx="6"/>
          </p:nvPr>
        </p:nvSpPr>
        <p:spPr>
          <a:xfrm>
            <a:off x="6111800" y="2634475"/>
            <a:ext cx="1257900" cy="1261500"/>
          </a:xfrm>
          <a:prstGeom prst="rect">
            <a:avLst/>
          </a:prstGeom>
          <a:noFill/>
          <a:ln>
            <a:noFill/>
          </a:ln>
        </p:spPr>
      </p:sp>
      <p:sp>
        <p:nvSpPr>
          <p:cNvPr id="184" name="Google Shape;184;p23"/>
          <p:cNvSpPr>
            <a:spLocks noGrp="1"/>
          </p:cNvSpPr>
          <p:nvPr>
            <p:ph type="pic" idx="7"/>
          </p:nvPr>
        </p:nvSpPr>
        <p:spPr>
          <a:xfrm>
            <a:off x="7593850" y="2634475"/>
            <a:ext cx="1257900" cy="1261500"/>
          </a:xfrm>
          <a:prstGeom prst="rect">
            <a:avLst/>
          </a:prstGeom>
          <a:noFill/>
          <a:ln>
            <a:noFill/>
          </a:ln>
        </p:spPr>
      </p:sp>
      <p:sp>
        <p:nvSpPr>
          <p:cNvPr id="185" name="Google Shape;185;p23"/>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86" name="Google Shape;186;p23"/>
          <p:cNvSpPr txBox="1">
            <a:spLocks noGrp="1"/>
          </p:cNvSpPr>
          <p:nvPr>
            <p:ph type="sldNum" idx="8"/>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87" name="Google Shape;187;p23"/>
          <p:cNvSpPr txBox="1">
            <a:spLocks noGrp="1"/>
          </p:cNvSpPr>
          <p:nvPr>
            <p:ph type="title"/>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88" name="Google Shape;188;p23"/>
          <p:cNvSpPr txBox="1">
            <a:spLocks noGrp="1"/>
          </p:cNvSpPr>
          <p:nvPr>
            <p:ph type="title" idx="9"/>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89" name="Google Shape;189;p23"/>
          <p:cNvSpPr txBox="1">
            <a:spLocks noGrp="1"/>
          </p:cNvSpPr>
          <p:nvPr>
            <p:ph type="title" idx="13"/>
          </p:nvPr>
        </p:nvSpPr>
        <p:spPr>
          <a:xfrm>
            <a:off x="283850" y="474875"/>
            <a:ext cx="2773200" cy="1743600"/>
          </a:xfrm>
          <a:prstGeom prst="rect">
            <a:avLst/>
          </a:prstGeom>
        </p:spPr>
        <p:txBody>
          <a:bodyPr spcFirstLastPara="1" wrap="square" lIns="0" tIns="0" rIns="0" bIns="0" anchor="t" anchorCtr="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a:endParaRPr/>
          </a:p>
        </p:txBody>
      </p:sp>
      <p:sp>
        <p:nvSpPr>
          <p:cNvPr id="190" name="Google Shape;190;p23"/>
          <p:cNvSpPr txBox="1">
            <a:spLocks noGrp="1"/>
          </p:cNvSpPr>
          <p:nvPr>
            <p:ph type="title" idx="14"/>
          </p:nvPr>
        </p:nvSpPr>
        <p:spPr>
          <a:xfrm>
            <a:off x="4629750" y="1649525"/>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191" name="Google Shape;191;p23"/>
          <p:cNvSpPr txBox="1">
            <a:spLocks noGrp="1"/>
          </p:cNvSpPr>
          <p:nvPr>
            <p:ph type="title" idx="15"/>
          </p:nvPr>
        </p:nvSpPr>
        <p:spPr>
          <a:xfrm>
            <a:off x="6111800" y="1649525"/>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192" name="Google Shape;192;p23"/>
          <p:cNvSpPr txBox="1">
            <a:spLocks noGrp="1"/>
          </p:cNvSpPr>
          <p:nvPr>
            <p:ph type="title" idx="16"/>
          </p:nvPr>
        </p:nvSpPr>
        <p:spPr>
          <a:xfrm>
            <a:off x="7593850" y="1649525"/>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193" name="Google Shape;193;p23"/>
          <p:cNvSpPr txBox="1">
            <a:spLocks noGrp="1"/>
          </p:cNvSpPr>
          <p:nvPr>
            <p:ph type="title" idx="17"/>
          </p:nvPr>
        </p:nvSpPr>
        <p:spPr>
          <a:xfrm>
            <a:off x="4629750" y="3995850"/>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194" name="Google Shape;194;p23"/>
          <p:cNvSpPr txBox="1">
            <a:spLocks noGrp="1"/>
          </p:cNvSpPr>
          <p:nvPr>
            <p:ph type="title" idx="18"/>
          </p:nvPr>
        </p:nvSpPr>
        <p:spPr>
          <a:xfrm>
            <a:off x="6111800" y="3995850"/>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195" name="Google Shape;195;p23"/>
          <p:cNvSpPr txBox="1">
            <a:spLocks noGrp="1"/>
          </p:cNvSpPr>
          <p:nvPr>
            <p:ph type="title" idx="19"/>
          </p:nvPr>
        </p:nvSpPr>
        <p:spPr>
          <a:xfrm>
            <a:off x="7593850" y="3995850"/>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image grid and description - Alt 1">
  <p:cSld name="CUSTOM_3">
    <p:bg>
      <p:bgPr>
        <a:solidFill>
          <a:schemeClr val="accent1"/>
        </a:solidFill>
        <a:effectLst/>
      </p:bgPr>
    </p:bg>
    <p:spTree>
      <p:nvGrpSpPr>
        <p:cNvPr id="1" name="Shape 196"/>
        <p:cNvGrpSpPr/>
        <p:nvPr/>
      </p:nvGrpSpPr>
      <p:grpSpPr>
        <a:xfrm>
          <a:off x="0" y="0"/>
          <a:ext cx="0" cy="0"/>
          <a:chOff x="0" y="0"/>
          <a:chExt cx="0" cy="0"/>
        </a:xfrm>
      </p:grpSpPr>
      <p:sp>
        <p:nvSpPr>
          <p:cNvPr id="197" name="Google Shape;197;p24"/>
          <p:cNvSpPr>
            <a:spLocks noGrp="1"/>
          </p:cNvSpPr>
          <p:nvPr>
            <p:ph type="pic" idx="2"/>
          </p:nvPr>
        </p:nvSpPr>
        <p:spPr>
          <a:xfrm>
            <a:off x="2456700" y="373175"/>
            <a:ext cx="1515000" cy="1616700"/>
          </a:xfrm>
          <a:prstGeom prst="rect">
            <a:avLst/>
          </a:prstGeom>
          <a:noFill/>
          <a:ln>
            <a:noFill/>
          </a:ln>
        </p:spPr>
      </p:sp>
      <p:sp>
        <p:nvSpPr>
          <p:cNvPr id="198" name="Google Shape;198;p24"/>
          <p:cNvSpPr txBox="1">
            <a:spLocks noGrp="1"/>
          </p:cNvSpPr>
          <p:nvPr>
            <p:ph type="title"/>
          </p:nvPr>
        </p:nvSpPr>
        <p:spPr>
          <a:xfrm>
            <a:off x="2635350" y="2172975"/>
            <a:ext cx="1188600" cy="1524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199" name="Google Shape;199;p24"/>
          <p:cNvSpPr txBox="1">
            <a:spLocks noGrp="1"/>
          </p:cNvSpPr>
          <p:nvPr>
            <p:ph type="body" idx="1"/>
          </p:nvPr>
        </p:nvSpPr>
        <p:spPr>
          <a:xfrm>
            <a:off x="2635350" y="2832368"/>
            <a:ext cx="1161900" cy="16707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lt1"/>
              </a:buClr>
              <a:buSzPts val="800"/>
              <a:buFont typeface="Inter"/>
              <a:buChar char="●"/>
              <a:defRPr sz="800"/>
            </a:lvl1pPr>
            <a:lvl2pPr marL="914400" lvl="1" indent="-279400">
              <a:lnSpc>
                <a:spcPct val="115000"/>
              </a:lnSpc>
              <a:spcBef>
                <a:spcPts val="0"/>
              </a:spcBef>
              <a:spcAft>
                <a:spcPts val="0"/>
              </a:spcAft>
              <a:buClr>
                <a:schemeClr val="lt1"/>
              </a:buClr>
              <a:buSzPts val="800"/>
              <a:buFont typeface="Inter"/>
              <a:buChar char="○"/>
              <a:defRPr sz="800"/>
            </a:lvl2pPr>
            <a:lvl3pPr marL="1371600" lvl="2" indent="-279400">
              <a:lnSpc>
                <a:spcPct val="115000"/>
              </a:lnSpc>
              <a:spcBef>
                <a:spcPts val="0"/>
              </a:spcBef>
              <a:spcAft>
                <a:spcPts val="0"/>
              </a:spcAft>
              <a:buClr>
                <a:schemeClr val="lt1"/>
              </a:buClr>
              <a:buSzPts val="800"/>
              <a:buFont typeface="Inter"/>
              <a:buChar char="■"/>
              <a:defRPr sz="800"/>
            </a:lvl3pPr>
            <a:lvl4pPr marL="1828800" lvl="3" indent="-279400">
              <a:lnSpc>
                <a:spcPct val="115000"/>
              </a:lnSpc>
              <a:spcBef>
                <a:spcPts val="0"/>
              </a:spcBef>
              <a:spcAft>
                <a:spcPts val="0"/>
              </a:spcAft>
              <a:buClr>
                <a:schemeClr val="lt1"/>
              </a:buClr>
              <a:buSzPts val="800"/>
              <a:buFont typeface="Inter"/>
              <a:buChar char="●"/>
              <a:defRPr sz="800"/>
            </a:lvl4pPr>
            <a:lvl5pPr marL="2286000" lvl="4" indent="-279400">
              <a:lnSpc>
                <a:spcPct val="115000"/>
              </a:lnSpc>
              <a:spcBef>
                <a:spcPts val="0"/>
              </a:spcBef>
              <a:spcAft>
                <a:spcPts val="0"/>
              </a:spcAft>
              <a:buClr>
                <a:schemeClr val="lt1"/>
              </a:buClr>
              <a:buSzPts val="800"/>
              <a:buFont typeface="Inter"/>
              <a:buChar char="○"/>
              <a:defRPr sz="800"/>
            </a:lvl5pPr>
            <a:lvl6pPr marL="2743200" lvl="5" indent="-279400">
              <a:lnSpc>
                <a:spcPct val="115000"/>
              </a:lnSpc>
              <a:spcBef>
                <a:spcPts val="0"/>
              </a:spcBef>
              <a:spcAft>
                <a:spcPts val="0"/>
              </a:spcAft>
              <a:buClr>
                <a:schemeClr val="lt1"/>
              </a:buClr>
              <a:buSzPts val="800"/>
              <a:buFont typeface="Inter"/>
              <a:buChar char="■"/>
              <a:defRPr sz="800"/>
            </a:lvl6pPr>
            <a:lvl7pPr marL="3200400" lvl="6" indent="-279400">
              <a:lnSpc>
                <a:spcPct val="115000"/>
              </a:lnSpc>
              <a:spcBef>
                <a:spcPts val="0"/>
              </a:spcBef>
              <a:spcAft>
                <a:spcPts val="0"/>
              </a:spcAft>
              <a:buClr>
                <a:schemeClr val="lt1"/>
              </a:buClr>
              <a:buSzPts val="800"/>
              <a:buFont typeface="Inter"/>
              <a:buChar char="●"/>
              <a:defRPr sz="800"/>
            </a:lvl7pPr>
            <a:lvl8pPr marL="3657600" lvl="7" indent="-279400">
              <a:lnSpc>
                <a:spcPct val="115000"/>
              </a:lnSpc>
              <a:spcBef>
                <a:spcPts val="0"/>
              </a:spcBef>
              <a:spcAft>
                <a:spcPts val="0"/>
              </a:spcAft>
              <a:buClr>
                <a:schemeClr val="lt1"/>
              </a:buClr>
              <a:buSzPts val="800"/>
              <a:buFont typeface="Inter"/>
              <a:buChar char="○"/>
              <a:defRPr sz="800"/>
            </a:lvl8pPr>
            <a:lvl9pPr marL="4114800" lvl="8" indent="-279400">
              <a:lnSpc>
                <a:spcPct val="115000"/>
              </a:lnSpc>
              <a:spcBef>
                <a:spcPts val="0"/>
              </a:spcBef>
              <a:spcAft>
                <a:spcPts val="0"/>
              </a:spcAft>
              <a:buClr>
                <a:schemeClr val="lt1"/>
              </a:buClr>
              <a:buSzPts val="800"/>
              <a:buFont typeface="Inter"/>
              <a:buChar char="■"/>
              <a:defRPr sz="800"/>
            </a:lvl9pPr>
          </a:lstStyle>
          <a:p>
            <a:endParaRPr/>
          </a:p>
        </p:txBody>
      </p:sp>
      <p:sp>
        <p:nvSpPr>
          <p:cNvPr id="200" name="Google Shape;200;p24"/>
          <p:cNvSpPr txBox="1">
            <a:spLocks noGrp="1"/>
          </p:cNvSpPr>
          <p:nvPr>
            <p:ph type="title" idx="3"/>
          </p:nvPr>
        </p:nvSpPr>
        <p:spPr>
          <a:xfrm>
            <a:off x="2635350" y="2325375"/>
            <a:ext cx="1188600" cy="2781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a:endParaRPr/>
          </a:p>
        </p:txBody>
      </p:sp>
      <p:sp>
        <p:nvSpPr>
          <p:cNvPr id="201" name="Google Shape;201;p24"/>
          <p:cNvSpPr>
            <a:spLocks noGrp="1"/>
          </p:cNvSpPr>
          <p:nvPr>
            <p:ph type="pic" idx="4"/>
          </p:nvPr>
        </p:nvSpPr>
        <p:spPr>
          <a:xfrm>
            <a:off x="4084738" y="373175"/>
            <a:ext cx="1515000" cy="1616700"/>
          </a:xfrm>
          <a:prstGeom prst="rect">
            <a:avLst/>
          </a:prstGeom>
          <a:noFill/>
          <a:ln>
            <a:noFill/>
          </a:ln>
        </p:spPr>
      </p:sp>
      <p:sp>
        <p:nvSpPr>
          <p:cNvPr id="202" name="Google Shape;202;p24"/>
          <p:cNvSpPr txBox="1">
            <a:spLocks noGrp="1"/>
          </p:cNvSpPr>
          <p:nvPr>
            <p:ph type="title" idx="5"/>
          </p:nvPr>
        </p:nvSpPr>
        <p:spPr>
          <a:xfrm>
            <a:off x="4263388" y="2172975"/>
            <a:ext cx="1188600" cy="1524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03" name="Google Shape;203;p24"/>
          <p:cNvSpPr txBox="1">
            <a:spLocks noGrp="1"/>
          </p:cNvSpPr>
          <p:nvPr>
            <p:ph type="body" idx="6"/>
          </p:nvPr>
        </p:nvSpPr>
        <p:spPr>
          <a:xfrm>
            <a:off x="4263388" y="2832368"/>
            <a:ext cx="1161900" cy="16707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lt1"/>
              </a:buClr>
              <a:buSzPts val="800"/>
              <a:buFont typeface="Inter"/>
              <a:buChar char="●"/>
              <a:defRPr sz="800"/>
            </a:lvl1pPr>
            <a:lvl2pPr marL="914400" lvl="1" indent="-279400">
              <a:lnSpc>
                <a:spcPct val="115000"/>
              </a:lnSpc>
              <a:spcBef>
                <a:spcPts val="0"/>
              </a:spcBef>
              <a:spcAft>
                <a:spcPts val="0"/>
              </a:spcAft>
              <a:buClr>
                <a:schemeClr val="lt1"/>
              </a:buClr>
              <a:buSzPts val="800"/>
              <a:buFont typeface="Inter"/>
              <a:buChar char="○"/>
              <a:defRPr sz="800"/>
            </a:lvl2pPr>
            <a:lvl3pPr marL="1371600" lvl="2" indent="-279400">
              <a:lnSpc>
                <a:spcPct val="115000"/>
              </a:lnSpc>
              <a:spcBef>
                <a:spcPts val="0"/>
              </a:spcBef>
              <a:spcAft>
                <a:spcPts val="0"/>
              </a:spcAft>
              <a:buClr>
                <a:schemeClr val="lt1"/>
              </a:buClr>
              <a:buSzPts val="800"/>
              <a:buFont typeface="Inter"/>
              <a:buChar char="■"/>
              <a:defRPr sz="800"/>
            </a:lvl3pPr>
            <a:lvl4pPr marL="1828800" lvl="3" indent="-279400">
              <a:lnSpc>
                <a:spcPct val="115000"/>
              </a:lnSpc>
              <a:spcBef>
                <a:spcPts val="0"/>
              </a:spcBef>
              <a:spcAft>
                <a:spcPts val="0"/>
              </a:spcAft>
              <a:buClr>
                <a:schemeClr val="lt1"/>
              </a:buClr>
              <a:buSzPts val="800"/>
              <a:buFont typeface="Inter"/>
              <a:buChar char="●"/>
              <a:defRPr sz="800"/>
            </a:lvl4pPr>
            <a:lvl5pPr marL="2286000" lvl="4" indent="-279400">
              <a:lnSpc>
                <a:spcPct val="115000"/>
              </a:lnSpc>
              <a:spcBef>
                <a:spcPts val="0"/>
              </a:spcBef>
              <a:spcAft>
                <a:spcPts val="0"/>
              </a:spcAft>
              <a:buClr>
                <a:schemeClr val="lt1"/>
              </a:buClr>
              <a:buSzPts val="800"/>
              <a:buFont typeface="Inter"/>
              <a:buChar char="○"/>
              <a:defRPr sz="800"/>
            </a:lvl5pPr>
            <a:lvl6pPr marL="2743200" lvl="5" indent="-279400">
              <a:lnSpc>
                <a:spcPct val="115000"/>
              </a:lnSpc>
              <a:spcBef>
                <a:spcPts val="0"/>
              </a:spcBef>
              <a:spcAft>
                <a:spcPts val="0"/>
              </a:spcAft>
              <a:buClr>
                <a:schemeClr val="lt1"/>
              </a:buClr>
              <a:buSzPts val="800"/>
              <a:buFont typeface="Inter"/>
              <a:buChar char="■"/>
              <a:defRPr sz="800"/>
            </a:lvl6pPr>
            <a:lvl7pPr marL="3200400" lvl="6" indent="-279400">
              <a:lnSpc>
                <a:spcPct val="115000"/>
              </a:lnSpc>
              <a:spcBef>
                <a:spcPts val="0"/>
              </a:spcBef>
              <a:spcAft>
                <a:spcPts val="0"/>
              </a:spcAft>
              <a:buClr>
                <a:schemeClr val="lt1"/>
              </a:buClr>
              <a:buSzPts val="800"/>
              <a:buFont typeface="Inter"/>
              <a:buChar char="●"/>
              <a:defRPr sz="800"/>
            </a:lvl7pPr>
            <a:lvl8pPr marL="3657600" lvl="7" indent="-279400">
              <a:lnSpc>
                <a:spcPct val="115000"/>
              </a:lnSpc>
              <a:spcBef>
                <a:spcPts val="0"/>
              </a:spcBef>
              <a:spcAft>
                <a:spcPts val="0"/>
              </a:spcAft>
              <a:buClr>
                <a:schemeClr val="lt1"/>
              </a:buClr>
              <a:buSzPts val="800"/>
              <a:buFont typeface="Inter"/>
              <a:buChar char="○"/>
              <a:defRPr sz="800"/>
            </a:lvl8pPr>
            <a:lvl9pPr marL="4114800" lvl="8" indent="-279400">
              <a:lnSpc>
                <a:spcPct val="115000"/>
              </a:lnSpc>
              <a:spcBef>
                <a:spcPts val="0"/>
              </a:spcBef>
              <a:spcAft>
                <a:spcPts val="0"/>
              </a:spcAft>
              <a:buClr>
                <a:schemeClr val="lt1"/>
              </a:buClr>
              <a:buSzPts val="800"/>
              <a:buFont typeface="Inter"/>
              <a:buChar char="■"/>
              <a:defRPr sz="800"/>
            </a:lvl9pPr>
          </a:lstStyle>
          <a:p>
            <a:endParaRPr/>
          </a:p>
        </p:txBody>
      </p:sp>
      <p:sp>
        <p:nvSpPr>
          <p:cNvPr id="204" name="Google Shape;204;p24"/>
          <p:cNvSpPr txBox="1">
            <a:spLocks noGrp="1"/>
          </p:cNvSpPr>
          <p:nvPr>
            <p:ph type="title" idx="7"/>
          </p:nvPr>
        </p:nvSpPr>
        <p:spPr>
          <a:xfrm>
            <a:off x="4263388" y="2325375"/>
            <a:ext cx="1188600" cy="2781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a:endParaRPr/>
          </a:p>
        </p:txBody>
      </p:sp>
      <p:sp>
        <p:nvSpPr>
          <p:cNvPr id="205" name="Google Shape;205;p24"/>
          <p:cNvSpPr>
            <a:spLocks noGrp="1"/>
          </p:cNvSpPr>
          <p:nvPr>
            <p:ph type="pic" idx="8"/>
          </p:nvPr>
        </p:nvSpPr>
        <p:spPr>
          <a:xfrm>
            <a:off x="5713225" y="373175"/>
            <a:ext cx="1515000" cy="1616700"/>
          </a:xfrm>
          <a:prstGeom prst="rect">
            <a:avLst/>
          </a:prstGeom>
          <a:noFill/>
          <a:ln>
            <a:noFill/>
          </a:ln>
        </p:spPr>
      </p:sp>
      <p:sp>
        <p:nvSpPr>
          <p:cNvPr id="206" name="Google Shape;206;p24"/>
          <p:cNvSpPr txBox="1">
            <a:spLocks noGrp="1"/>
          </p:cNvSpPr>
          <p:nvPr>
            <p:ph type="title" idx="9"/>
          </p:nvPr>
        </p:nvSpPr>
        <p:spPr>
          <a:xfrm>
            <a:off x="5891875" y="2172975"/>
            <a:ext cx="1188600" cy="1524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07" name="Google Shape;207;p24"/>
          <p:cNvSpPr txBox="1">
            <a:spLocks noGrp="1"/>
          </p:cNvSpPr>
          <p:nvPr>
            <p:ph type="body" idx="13"/>
          </p:nvPr>
        </p:nvSpPr>
        <p:spPr>
          <a:xfrm>
            <a:off x="5891875" y="2832368"/>
            <a:ext cx="1161900" cy="16707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lt1"/>
              </a:buClr>
              <a:buSzPts val="800"/>
              <a:buFont typeface="Inter"/>
              <a:buChar char="●"/>
              <a:defRPr sz="800"/>
            </a:lvl1pPr>
            <a:lvl2pPr marL="914400" lvl="1" indent="-279400">
              <a:lnSpc>
                <a:spcPct val="115000"/>
              </a:lnSpc>
              <a:spcBef>
                <a:spcPts val="0"/>
              </a:spcBef>
              <a:spcAft>
                <a:spcPts val="0"/>
              </a:spcAft>
              <a:buClr>
                <a:schemeClr val="lt1"/>
              </a:buClr>
              <a:buSzPts val="800"/>
              <a:buFont typeface="Inter"/>
              <a:buChar char="○"/>
              <a:defRPr sz="800"/>
            </a:lvl2pPr>
            <a:lvl3pPr marL="1371600" lvl="2" indent="-279400">
              <a:lnSpc>
                <a:spcPct val="115000"/>
              </a:lnSpc>
              <a:spcBef>
                <a:spcPts val="0"/>
              </a:spcBef>
              <a:spcAft>
                <a:spcPts val="0"/>
              </a:spcAft>
              <a:buClr>
                <a:schemeClr val="lt1"/>
              </a:buClr>
              <a:buSzPts val="800"/>
              <a:buFont typeface="Inter"/>
              <a:buChar char="■"/>
              <a:defRPr sz="800"/>
            </a:lvl3pPr>
            <a:lvl4pPr marL="1828800" lvl="3" indent="-279400">
              <a:lnSpc>
                <a:spcPct val="115000"/>
              </a:lnSpc>
              <a:spcBef>
                <a:spcPts val="0"/>
              </a:spcBef>
              <a:spcAft>
                <a:spcPts val="0"/>
              </a:spcAft>
              <a:buClr>
                <a:schemeClr val="lt1"/>
              </a:buClr>
              <a:buSzPts val="800"/>
              <a:buFont typeface="Inter"/>
              <a:buChar char="●"/>
              <a:defRPr sz="800"/>
            </a:lvl4pPr>
            <a:lvl5pPr marL="2286000" lvl="4" indent="-279400">
              <a:lnSpc>
                <a:spcPct val="115000"/>
              </a:lnSpc>
              <a:spcBef>
                <a:spcPts val="0"/>
              </a:spcBef>
              <a:spcAft>
                <a:spcPts val="0"/>
              </a:spcAft>
              <a:buClr>
                <a:schemeClr val="lt1"/>
              </a:buClr>
              <a:buSzPts val="800"/>
              <a:buFont typeface="Inter"/>
              <a:buChar char="○"/>
              <a:defRPr sz="800"/>
            </a:lvl5pPr>
            <a:lvl6pPr marL="2743200" lvl="5" indent="-279400">
              <a:lnSpc>
                <a:spcPct val="115000"/>
              </a:lnSpc>
              <a:spcBef>
                <a:spcPts val="0"/>
              </a:spcBef>
              <a:spcAft>
                <a:spcPts val="0"/>
              </a:spcAft>
              <a:buClr>
                <a:schemeClr val="lt1"/>
              </a:buClr>
              <a:buSzPts val="800"/>
              <a:buFont typeface="Inter"/>
              <a:buChar char="■"/>
              <a:defRPr sz="800"/>
            </a:lvl6pPr>
            <a:lvl7pPr marL="3200400" lvl="6" indent="-279400">
              <a:lnSpc>
                <a:spcPct val="115000"/>
              </a:lnSpc>
              <a:spcBef>
                <a:spcPts val="0"/>
              </a:spcBef>
              <a:spcAft>
                <a:spcPts val="0"/>
              </a:spcAft>
              <a:buClr>
                <a:schemeClr val="lt1"/>
              </a:buClr>
              <a:buSzPts val="800"/>
              <a:buFont typeface="Inter"/>
              <a:buChar char="●"/>
              <a:defRPr sz="800"/>
            </a:lvl7pPr>
            <a:lvl8pPr marL="3657600" lvl="7" indent="-279400">
              <a:lnSpc>
                <a:spcPct val="115000"/>
              </a:lnSpc>
              <a:spcBef>
                <a:spcPts val="0"/>
              </a:spcBef>
              <a:spcAft>
                <a:spcPts val="0"/>
              </a:spcAft>
              <a:buClr>
                <a:schemeClr val="lt1"/>
              </a:buClr>
              <a:buSzPts val="800"/>
              <a:buFont typeface="Inter"/>
              <a:buChar char="○"/>
              <a:defRPr sz="800"/>
            </a:lvl8pPr>
            <a:lvl9pPr marL="4114800" lvl="8" indent="-279400">
              <a:lnSpc>
                <a:spcPct val="115000"/>
              </a:lnSpc>
              <a:spcBef>
                <a:spcPts val="0"/>
              </a:spcBef>
              <a:spcAft>
                <a:spcPts val="0"/>
              </a:spcAft>
              <a:buClr>
                <a:schemeClr val="lt1"/>
              </a:buClr>
              <a:buSzPts val="800"/>
              <a:buFont typeface="Inter"/>
              <a:buChar char="■"/>
              <a:defRPr sz="800"/>
            </a:lvl9pPr>
          </a:lstStyle>
          <a:p>
            <a:endParaRPr/>
          </a:p>
        </p:txBody>
      </p:sp>
      <p:sp>
        <p:nvSpPr>
          <p:cNvPr id="208" name="Google Shape;208;p24"/>
          <p:cNvSpPr txBox="1">
            <a:spLocks noGrp="1"/>
          </p:cNvSpPr>
          <p:nvPr>
            <p:ph type="title" idx="14"/>
          </p:nvPr>
        </p:nvSpPr>
        <p:spPr>
          <a:xfrm>
            <a:off x="5891875" y="2325375"/>
            <a:ext cx="1188600" cy="2781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a:endParaRPr/>
          </a:p>
        </p:txBody>
      </p:sp>
      <p:sp>
        <p:nvSpPr>
          <p:cNvPr id="209" name="Google Shape;209;p24"/>
          <p:cNvSpPr>
            <a:spLocks noGrp="1"/>
          </p:cNvSpPr>
          <p:nvPr>
            <p:ph type="pic" idx="15"/>
          </p:nvPr>
        </p:nvSpPr>
        <p:spPr>
          <a:xfrm>
            <a:off x="7341950" y="373175"/>
            <a:ext cx="1515000" cy="1616700"/>
          </a:xfrm>
          <a:prstGeom prst="rect">
            <a:avLst/>
          </a:prstGeom>
          <a:noFill/>
          <a:ln>
            <a:noFill/>
          </a:ln>
        </p:spPr>
      </p:sp>
      <p:sp>
        <p:nvSpPr>
          <p:cNvPr id="210" name="Google Shape;210;p24"/>
          <p:cNvSpPr txBox="1">
            <a:spLocks noGrp="1"/>
          </p:cNvSpPr>
          <p:nvPr>
            <p:ph type="title" idx="16"/>
          </p:nvPr>
        </p:nvSpPr>
        <p:spPr>
          <a:xfrm>
            <a:off x="7520600" y="2172975"/>
            <a:ext cx="1188600" cy="1524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11" name="Google Shape;211;p24"/>
          <p:cNvSpPr txBox="1">
            <a:spLocks noGrp="1"/>
          </p:cNvSpPr>
          <p:nvPr>
            <p:ph type="body" idx="17"/>
          </p:nvPr>
        </p:nvSpPr>
        <p:spPr>
          <a:xfrm>
            <a:off x="7520600" y="2832368"/>
            <a:ext cx="1161900" cy="16707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lt1"/>
              </a:buClr>
              <a:buSzPts val="800"/>
              <a:buFont typeface="Inter"/>
              <a:buChar char="●"/>
              <a:defRPr sz="800"/>
            </a:lvl1pPr>
            <a:lvl2pPr marL="914400" lvl="1" indent="-279400">
              <a:lnSpc>
                <a:spcPct val="115000"/>
              </a:lnSpc>
              <a:spcBef>
                <a:spcPts val="0"/>
              </a:spcBef>
              <a:spcAft>
                <a:spcPts val="0"/>
              </a:spcAft>
              <a:buClr>
                <a:schemeClr val="lt1"/>
              </a:buClr>
              <a:buSzPts val="800"/>
              <a:buFont typeface="Inter"/>
              <a:buChar char="○"/>
              <a:defRPr sz="800"/>
            </a:lvl2pPr>
            <a:lvl3pPr marL="1371600" lvl="2" indent="-279400">
              <a:lnSpc>
                <a:spcPct val="115000"/>
              </a:lnSpc>
              <a:spcBef>
                <a:spcPts val="0"/>
              </a:spcBef>
              <a:spcAft>
                <a:spcPts val="0"/>
              </a:spcAft>
              <a:buClr>
                <a:schemeClr val="lt1"/>
              </a:buClr>
              <a:buSzPts val="800"/>
              <a:buFont typeface="Inter"/>
              <a:buChar char="■"/>
              <a:defRPr sz="800"/>
            </a:lvl3pPr>
            <a:lvl4pPr marL="1828800" lvl="3" indent="-279400">
              <a:lnSpc>
                <a:spcPct val="115000"/>
              </a:lnSpc>
              <a:spcBef>
                <a:spcPts val="0"/>
              </a:spcBef>
              <a:spcAft>
                <a:spcPts val="0"/>
              </a:spcAft>
              <a:buClr>
                <a:schemeClr val="lt1"/>
              </a:buClr>
              <a:buSzPts val="800"/>
              <a:buFont typeface="Inter"/>
              <a:buChar char="●"/>
              <a:defRPr sz="800"/>
            </a:lvl4pPr>
            <a:lvl5pPr marL="2286000" lvl="4" indent="-279400">
              <a:lnSpc>
                <a:spcPct val="115000"/>
              </a:lnSpc>
              <a:spcBef>
                <a:spcPts val="0"/>
              </a:spcBef>
              <a:spcAft>
                <a:spcPts val="0"/>
              </a:spcAft>
              <a:buClr>
                <a:schemeClr val="lt1"/>
              </a:buClr>
              <a:buSzPts val="800"/>
              <a:buFont typeface="Inter"/>
              <a:buChar char="○"/>
              <a:defRPr sz="800"/>
            </a:lvl5pPr>
            <a:lvl6pPr marL="2743200" lvl="5" indent="-279400">
              <a:lnSpc>
                <a:spcPct val="115000"/>
              </a:lnSpc>
              <a:spcBef>
                <a:spcPts val="0"/>
              </a:spcBef>
              <a:spcAft>
                <a:spcPts val="0"/>
              </a:spcAft>
              <a:buClr>
                <a:schemeClr val="lt1"/>
              </a:buClr>
              <a:buSzPts val="800"/>
              <a:buFont typeface="Inter"/>
              <a:buChar char="■"/>
              <a:defRPr sz="800"/>
            </a:lvl6pPr>
            <a:lvl7pPr marL="3200400" lvl="6" indent="-279400">
              <a:lnSpc>
                <a:spcPct val="115000"/>
              </a:lnSpc>
              <a:spcBef>
                <a:spcPts val="0"/>
              </a:spcBef>
              <a:spcAft>
                <a:spcPts val="0"/>
              </a:spcAft>
              <a:buClr>
                <a:schemeClr val="lt1"/>
              </a:buClr>
              <a:buSzPts val="800"/>
              <a:buFont typeface="Inter"/>
              <a:buChar char="●"/>
              <a:defRPr sz="800"/>
            </a:lvl7pPr>
            <a:lvl8pPr marL="3657600" lvl="7" indent="-279400">
              <a:lnSpc>
                <a:spcPct val="115000"/>
              </a:lnSpc>
              <a:spcBef>
                <a:spcPts val="0"/>
              </a:spcBef>
              <a:spcAft>
                <a:spcPts val="0"/>
              </a:spcAft>
              <a:buClr>
                <a:schemeClr val="lt1"/>
              </a:buClr>
              <a:buSzPts val="800"/>
              <a:buFont typeface="Inter"/>
              <a:buChar char="○"/>
              <a:defRPr sz="800"/>
            </a:lvl8pPr>
            <a:lvl9pPr marL="4114800" lvl="8" indent="-279400">
              <a:lnSpc>
                <a:spcPct val="115000"/>
              </a:lnSpc>
              <a:spcBef>
                <a:spcPts val="0"/>
              </a:spcBef>
              <a:spcAft>
                <a:spcPts val="0"/>
              </a:spcAft>
              <a:buClr>
                <a:schemeClr val="lt1"/>
              </a:buClr>
              <a:buSzPts val="800"/>
              <a:buFont typeface="Inter"/>
              <a:buChar char="■"/>
              <a:defRPr sz="800"/>
            </a:lvl9pPr>
          </a:lstStyle>
          <a:p>
            <a:endParaRPr/>
          </a:p>
        </p:txBody>
      </p:sp>
      <p:sp>
        <p:nvSpPr>
          <p:cNvPr id="212" name="Google Shape;212;p24"/>
          <p:cNvSpPr txBox="1">
            <a:spLocks noGrp="1"/>
          </p:cNvSpPr>
          <p:nvPr>
            <p:ph type="title" idx="18"/>
          </p:nvPr>
        </p:nvSpPr>
        <p:spPr>
          <a:xfrm>
            <a:off x="7520600" y="2325375"/>
            <a:ext cx="1188600" cy="2781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a:endParaRPr/>
          </a:p>
        </p:txBody>
      </p:sp>
      <p:sp>
        <p:nvSpPr>
          <p:cNvPr id="213" name="Google Shape;213;p24"/>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214" name="Google Shape;214;p24"/>
          <p:cNvSpPr txBox="1">
            <a:spLocks noGrp="1"/>
          </p:cNvSpPr>
          <p:nvPr>
            <p:ph type="title" idx="19"/>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5" name="Google Shape;215;p24"/>
          <p:cNvSpPr txBox="1">
            <a:spLocks noGrp="1"/>
          </p:cNvSpPr>
          <p:nvPr>
            <p:ph type="title" idx="20"/>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6" name="Google Shape;216;p24"/>
          <p:cNvSpPr txBox="1">
            <a:spLocks noGrp="1"/>
          </p:cNvSpPr>
          <p:nvPr>
            <p:ph type="title" idx="21"/>
          </p:nvPr>
        </p:nvSpPr>
        <p:spPr>
          <a:xfrm>
            <a:off x="283850" y="285900"/>
            <a:ext cx="2055600" cy="12696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image grid and description - Alt 2">
  <p:cSld name="CUSTOM_4">
    <p:spTree>
      <p:nvGrpSpPr>
        <p:cNvPr id="1" name="Shape 217"/>
        <p:cNvGrpSpPr/>
        <p:nvPr/>
      </p:nvGrpSpPr>
      <p:grpSpPr>
        <a:xfrm>
          <a:off x="0" y="0"/>
          <a:ext cx="0" cy="0"/>
          <a:chOff x="0" y="0"/>
          <a:chExt cx="0" cy="0"/>
        </a:xfrm>
      </p:grpSpPr>
      <p:sp>
        <p:nvSpPr>
          <p:cNvPr id="218" name="Google Shape;218;p25"/>
          <p:cNvSpPr txBox="1">
            <a:spLocks noGrp="1"/>
          </p:cNvSpPr>
          <p:nvPr>
            <p:ph type="title"/>
          </p:nvPr>
        </p:nvSpPr>
        <p:spPr>
          <a:xfrm>
            <a:off x="1049249" y="2030625"/>
            <a:ext cx="1902000" cy="243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19" name="Google Shape;219;p25"/>
          <p:cNvSpPr txBox="1">
            <a:spLocks noGrp="1"/>
          </p:cNvSpPr>
          <p:nvPr>
            <p:ph type="body" idx="1"/>
          </p:nvPr>
        </p:nvSpPr>
        <p:spPr>
          <a:xfrm>
            <a:off x="1049250" y="23968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20" name="Google Shape;220;p25"/>
          <p:cNvSpPr txBox="1">
            <a:spLocks noGrp="1"/>
          </p:cNvSpPr>
          <p:nvPr>
            <p:ph type="title" idx="2"/>
          </p:nvPr>
        </p:nvSpPr>
        <p:spPr>
          <a:xfrm>
            <a:off x="1049249" y="35753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21" name="Google Shape;221;p25"/>
          <p:cNvSpPr txBox="1">
            <a:spLocks noGrp="1"/>
          </p:cNvSpPr>
          <p:nvPr>
            <p:ph type="body" idx="3"/>
          </p:nvPr>
        </p:nvSpPr>
        <p:spPr>
          <a:xfrm>
            <a:off x="1049250" y="39415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22" name="Google Shape;222;p25"/>
          <p:cNvSpPr txBox="1">
            <a:spLocks noGrp="1"/>
          </p:cNvSpPr>
          <p:nvPr>
            <p:ph type="title" idx="4"/>
          </p:nvPr>
        </p:nvSpPr>
        <p:spPr>
          <a:xfrm>
            <a:off x="3950249" y="20306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23" name="Google Shape;223;p25"/>
          <p:cNvSpPr txBox="1">
            <a:spLocks noGrp="1"/>
          </p:cNvSpPr>
          <p:nvPr>
            <p:ph type="body" idx="5"/>
          </p:nvPr>
        </p:nvSpPr>
        <p:spPr>
          <a:xfrm>
            <a:off x="3950250" y="23968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24" name="Google Shape;224;p25"/>
          <p:cNvSpPr txBox="1">
            <a:spLocks noGrp="1"/>
          </p:cNvSpPr>
          <p:nvPr>
            <p:ph type="title" idx="6"/>
          </p:nvPr>
        </p:nvSpPr>
        <p:spPr>
          <a:xfrm>
            <a:off x="3950249" y="35753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25" name="Google Shape;225;p25"/>
          <p:cNvSpPr txBox="1">
            <a:spLocks noGrp="1"/>
          </p:cNvSpPr>
          <p:nvPr>
            <p:ph type="body" idx="7"/>
          </p:nvPr>
        </p:nvSpPr>
        <p:spPr>
          <a:xfrm>
            <a:off x="3950250" y="39415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26" name="Google Shape;226;p25"/>
          <p:cNvSpPr txBox="1">
            <a:spLocks noGrp="1"/>
          </p:cNvSpPr>
          <p:nvPr>
            <p:ph type="title" idx="8"/>
          </p:nvPr>
        </p:nvSpPr>
        <p:spPr>
          <a:xfrm>
            <a:off x="6851249" y="20306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27" name="Google Shape;227;p25"/>
          <p:cNvSpPr txBox="1">
            <a:spLocks noGrp="1"/>
          </p:cNvSpPr>
          <p:nvPr>
            <p:ph type="body" idx="9"/>
          </p:nvPr>
        </p:nvSpPr>
        <p:spPr>
          <a:xfrm>
            <a:off x="6851250" y="23968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28" name="Google Shape;228;p25"/>
          <p:cNvSpPr txBox="1">
            <a:spLocks noGrp="1"/>
          </p:cNvSpPr>
          <p:nvPr>
            <p:ph type="title" idx="13"/>
          </p:nvPr>
        </p:nvSpPr>
        <p:spPr>
          <a:xfrm>
            <a:off x="6851249" y="35753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29" name="Google Shape;229;p25"/>
          <p:cNvSpPr txBox="1">
            <a:spLocks noGrp="1"/>
          </p:cNvSpPr>
          <p:nvPr>
            <p:ph type="body" idx="14"/>
          </p:nvPr>
        </p:nvSpPr>
        <p:spPr>
          <a:xfrm>
            <a:off x="6851250" y="39415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30" name="Google Shape;230;p25"/>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231" name="Google Shape;231;p25"/>
          <p:cNvSpPr txBox="1">
            <a:spLocks noGrp="1"/>
          </p:cNvSpPr>
          <p:nvPr>
            <p:ph type="title" idx="15"/>
          </p:nvPr>
        </p:nvSpPr>
        <p:spPr>
          <a:xfrm>
            <a:off x="283850" y="285900"/>
            <a:ext cx="8571900" cy="8163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a:endParaRPr/>
          </a:p>
        </p:txBody>
      </p:sp>
      <p:sp>
        <p:nvSpPr>
          <p:cNvPr id="232" name="Google Shape;232;p25"/>
          <p:cNvSpPr>
            <a:spLocks noGrp="1"/>
          </p:cNvSpPr>
          <p:nvPr>
            <p:ph type="pic" idx="16"/>
          </p:nvPr>
        </p:nvSpPr>
        <p:spPr>
          <a:xfrm>
            <a:off x="290325" y="1862825"/>
            <a:ext cx="663000" cy="1271100"/>
          </a:xfrm>
          <a:prstGeom prst="rect">
            <a:avLst/>
          </a:prstGeom>
          <a:noFill/>
          <a:ln>
            <a:noFill/>
          </a:ln>
        </p:spPr>
      </p:sp>
      <p:sp>
        <p:nvSpPr>
          <p:cNvPr id="233" name="Google Shape;233;p25"/>
          <p:cNvSpPr>
            <a:spLocks noGrp="1"/>
          </p:cNvSpPr>
          <p:nvPr>
            <p:ph type="pic" idx="17"/>
          </p:nvPr>
        </p:nvSpPr>
        <p:spPr>
          <a:xfrm>
            <a:off x="290325" y="3407525"/>
            <a:ext cx="663000" cy="1271100"/>
          </a:xfrm>
          <a:prstGeom prst="rect">
            <a:avLst/>
          </a:prstGeom>
          <a:noFill/>
          <a:ln>
            <a:noFill/>
          </a:ln>
        </p:spPr>
      </p:sp>
      <p:sp>
        <p:nvSpPr>
          <p:cNvPr id="234" name="Google Shape;234;p25"/>
          <p:cNvSpPr>
            <a:spLocks noGrp="1"/>
          </p:cNvSpPr>
          <p:nvPr>
            <p:ph type="pic" idx="18"/>
          </p:nvPr>
        </p:nvSpPr>
        <p:spPr>
          <a:xfrm>
            <a:off x="3191325" y="1862825"/>
            <a:ext cx="663000" cy="1271100"/>
          </a:xfrm>
          <a:prstGeom prst="rect">
            <a:avLst/>
          </a:prstGeom>
          <a:noFill/>
          <a:ln>
            <a:noFill/>
          </a:ln>
        </p:spPr>
      </p:sp>
      <p:sp>
        <p:nvSpPr>
          <p:cNvPr id="235" name="Google Shape;235;p25"/>
          <p:cNvSpPr>
            <a:spLocks noGrp="1"/>
          </p:cNvSpPr>
          <p:nvPr>
            <p:ph type="pic" idx="19"/>
          </p:nvPr>
        </p:nvSpPr>
        <p:spPr>
          <a:xfrm>
            <a:off x="3191325" y="3407525"/>
            <a:ext cx="663000" cy="1271100"/>
          </a:xfrm>
          <a:prstGeom prst="rect">
            <a:avLst/>
          </a:prstGeom>
          <a:noFill/>
          <a:ln>
            <a:noFill/>
          </a:ln>
        </p:spPr>
      </p:sp>
      <p:sp>
        <p:nvSpPr>
          <p:cNvPr id="236" name="Google Shape;236;p25"/>
          <p:cNvSpPr>
            <a:spLocks noGrp="1"/>
          </p:cNvSpPr>
          <p:nvPr>
            <p:ph type="pic" idx="20"/>
          </p:nvPr>
        </p:nvSpPr>
        <p:spPr>
          <a:xfrm>
            <a:off x="6092325" y="1862825"/>
            <a:ext cx="663000" cy="1271100"/>
          </a:xfrm>
          <a:prstGeom prst="rect">
            <a:avLst/>
          </a:prstGeom>
          <a:noFill/>
          <a:ln>
            <a:noFill/>
          </a:ln>
        </p:spPr>
      </p:sp>
      <p:sp>
        <p:nvSpPr>
          <p:cNvPr id="237" name="Google Shape;237;p25"/>
          <p:cNvSpPr>
            <a:spLocks noGrp="1"/>
          </p:cNvSpPr>
          <p:nvPr>
            <p:ph type="pic" idx="21"/>
          </p:nvPr>
        </p:nvSpPr>
        <p:spPr>
          <a:xfrm>
            <a:off x="6092325" y="3407525"/>
            <a:ext cx="663000" cy="1271100"/>
          </a:xfrm>
          <a:prstGeom prst="rect">
            <a:avLst/>
          </a:prstGeom>
          <a:noFill/>
          <a:ln>
            <a:noFill/>
          </a:ln>
        </p:spPr>
      </p:sp>
      <p:sp>
        <p:nvSpPr>
          <p:cNvPr id="238" name="Google Shape;238;p25"/>
          <p:cNvSpPr txBox="1">
            <a:spLocks noGrp="1"/>
          </p:cNvSpPr>
          <p:nvPr>
            <p:ph type="title" idx="2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9" name="Google Shape;239;p25"/>
          <p:cNvSpPr txBox="1">
            <a:spLocks noGrp="1"/>
          </p:cNvSpPr>
          <p:nvPr>
            <p:ph type="title" idx="2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image grid and body text">
  <p:cSld name="CUSTOM_2">
    <p:bg>
      <p:bgPr>
        <a:solidFill>
          <a:schemeClr val="lt1"/>
        </a:solidFill>
        <a:effectLst/>
      </p:bgPr>
    </p:bg>
    <p:spTree>
      <p:nvGrpSpPr>
        <p:cNvPr id="1" name="Shape 240"/>
        <p:cNvGrpSpPr/>
        <p:nvPr/>
      </p:nvGrpSpPr>
      <p:grpSpPr>
        <a:xfrm>
          <a:off x="0" y="0"/>
          <a:ext cx="0" cy="0"/>
          <a:chOff x="0" y="0"/>
          <a:chExt cx="0" cy="0"/>
        </a:xfrm>
      </p:grpSpPr>
      <p:sp>
        <p:nvSpPr>
          <p:cNvPr id="241" name="Google Shape;241;p26"/>
          <p:cNvSpPr>
            <a:spLocks noGrp="1"/>
          </p:cNvSpPr>
          <p:nvPr>
            <p:ph type="pic" idx="2"/>
          </p:nvPr>
        </p:nvSpPr>
        <p:spPr>
          <a:xfrm>
            <a:off x="3186000" y="3242875"/>
            <a:ext cx="2798100" cy="1440600"/>
          </a:xfrm>
          <a:prstGeom prst="rect">
            <a:avLst/>
          </a:prstGeom>
          <a:noFill/>
          <a:ln>
            <a:noFill/>
          </a:ln>
        </p:spPr>
      </p:sp>
      <p:sp>
        <p:nvSpPr>
          <p:cNvPr id="242" name="Google Shape;242;p26"/>
          <p:cNvSpPr>
            <a:spLocks noGrp="1"/>
          </p:cNvSpPr>
          <p:nvPr>
            <p:ph type="pic" idx="3"/>
          </p:nvPr>
        </p:nvSpPr>
        <p:spPr>
          <a:xfrm>
            <a:off x="5984100" y="3242875"/>
            <a:ext cx="1440600" cy="1440600"/>
          </a:xfrm>
          <a:prstGeom prst="rect">
            <a:avLst/>
          </a:prstGeom>
          <a:noFill/>
          <a:ln>
            <a:noFill/>
          </a:ln>
        </p:spPr>
      </p:sp>
      <p:sp>
        <p:nvSpPr>
          <p:cNvPr id="243" name="Google Shape;243;p26"/>
          <p:cNvSpPr>
            <a:spLocks noGrp="1"/>
          </p:cNvSpPr>
          <p:nvPr>
            <p:ph type="pic" idx="4"/>
          </p:nvPr>
        </p:nvSpPr>
        <p:spPr>
          <a:xfrm>
            <a:off x="7412150" y="1440350"/>
            <a:ext cx="1441500" cy="3243000"/>
          </a:xfrm>
          <a:prstGeom prst="rect">
            <a:avLst/>
          </a:prstGeom>
          <a:noFill/>
          <a:ln>
            <a:noFill/>
          </a:ln>
        </p:spPr>
      </p:sp>
      <p:sp>
        <p:nvSpPr>
          <p:cNvPr id="244" name="Google Shape;244;p26"/>
          <p:cNvSpPr>
            <a:spLocks noGrp="1"/>
          </p:cNvSpPr>
          <p:nvPr>
            <p:ph type="pic" idx="5"/>
          </p:nvPr>
        </p:nvSpPr>
        <p:spPr>
          <a:xfrm>
            <a:off x="7412150" y="0"/>
            <a:ext cx="1441500" cy="1440600"/>
          </a:xfrm>
          <a:prstGeom prst="rect">
            <a:avLst/>
          </a:prstGeom>
          <a:noFill/>
          <a:ln>
            <a:noFill/>
          </a:ln>
        </p:spPr>
      </p:sp>
      <p:sp>
        <p:nvSpPr>
          <p:cNvPr id="245" name="Google Shape;245;p26"/>
          <p:cNvSpPr>
            <a:spLocks noGrp="1"/>
          </p:cNvSpPr>
          <p:nvPr>
            <p:ph type="pic" idx="6"/>
          </p:nvPr>
        </p:nvSpPr>
        <p:spPr>
          <a:xfrm>
            <a:off x="3184850" y="0"/>
            <a:ext cx="4227300" cy="3243000"/>
          </a:xfrm>
          <a:prstGeom prst="rect">
            <a:avLst/>
          </a:prstGeom>
          <a:noFill/>
          <a:ln>
            <a:noFill/>
          </a:ln>
        </p:spPr>
      </p:sp>
      <p:sp>
        <p:nvSpPr>
          <p:cNvPr id="246" name="Google Shape;246;p26"/>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247" name="Google Shape;247;p26"/>
          <p:cNvSpPr txBox="1">
            <a:spLocks noGrp="1"/>
          </p:cNvSpPr>
          <p:nvPr>
            <p:ph type="sldNum" idx="7"/>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248" name="Google Shape;248;p26"/>
          <p:cNvSpPr txBox="1">
            <a:spLocks noGrp="1"/>
          </p:cNvSpPr>
          <p:nvPr>
            <p:ph type="title"/>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49" name="Google Shape;249;p26"/>
          <p:cNvSpPr txBox="1">
            <a:spLocks noGrp="1"/>
          </p:cNvSpPr>
          <p:nvPr>
            <p:ph type="title" idx="8"/>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50" name="Google Shape;250;p26"/>
          <p:cNvSpPr txBox="1">
            <a:spLocks noGrp="1"/>
          </p:cNvSpPr>
          <p:nvPr>
            <p:ph type="title" idx="9"/>
          </p:nvPr>
        </p:nvSpPr>
        <p:spPr>
          <a:xfrm>
            <a:off x="283850" y="285900"/>
            <a:ext cx="2773200" cy="8163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a:endParaRPr/>
          </a:p>
        </p:txBody>
      </p:sp>
      <p:sp>
        <p:nvSpPr>
          <p:cNvPr id="251" name="Google Shape;251;p26"/>
          <p:cNvSpPr txBox="1">
            <a:spLocks noGrp="1"/>
          </p:cNvSpPr>
          <p:nvPr>
            <p:ph type="body" idx="1"/>
          </p:nvPr>
        </p:nvSpPr>
        <p:spPr>
          <a:xfrm>
            <a:off x="283850" y="2636275"/>
            <a:ext cx="2767200" cy="2046300"/>
          </a:xfrm>
          <a:prstGeom prst="rect">
            <a:avLst/>
          </a:prstGeom>
        </p:spPr>
        <p:txBody>
          <a:bodyPr spcFirstLastPara="1" wrap="square" lIns="0" tIns="0" rIns="0" bIns="0" anchor="b"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ver">
  <p:cSld name="BLANK_4">
    <p:bg>
      <p:bgPr>
        <a:solidFill>
          <a:schemeClr val="accent1"/>
        </a:solidFill>
        <a:effectLst/>
      </p:bgPr>
    </p:bg>
    <p:spTree>
      <p:nvGrpSpPr>
        <p:cNvPr id="1" name="Shape 252"/>
        <p:cNvGrpSpPr/>
        <p:nvPr/>
      </p:nvGrpSpPr>
      <p:grpSpPr>
        <a:xfrm>
          <a:off x="0" y="0"/>
          <a:ext cx="0" cy="0"/>
          <a:chOff x="0" y="0"/>
          <a:chExt cx="0" cy="0"/>
        </a:xfrm>
      </p:grpSpPr>
      <p:sp>
        <p:nvSpPr>
          <p:cNvPr id="253" name="Google Shape;253;p27"/>
          <p:cNvSpPr/>
          <p:nvPr/>
        </p:nvSpPr>
        <p:spPr>
          <a:xfrm>
            <a:off x="5283375" y="285900"/>
            <a:ext cx="3573485" cy="3573485"/>
          </a:xfrm>
          <a:custGeom>
            <a:avLst/>
            <a:gdLst/>
            <a:ahLst/>
            <a:cxnLst/>
            <a:rect l="l" t="t" r="r" b="b"/>
            <a:pathLst>
              <a:path w="32645" h="32645" extrusionOk="0">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Inter"/>
              <a:ea typeface="Inter"/>
              <a:cs typeface="Inter"/>
              <a:sym typeface="Inter"/>
            </a:endParaRPr>
          </a:p>
        </p:txBody>
      </p:sp>
      <p:sp>
        <p:nvSpPr>
          <p:cNvPr id="254" name="Google Shape;254;p27"/>
          <p:cNvSpPr txBox="1">
            <a:spLocks noGrp="1"/>
          </p:cNvSpPr>
          <p:nvPr>
            <p:ph type="title"/>
          </p:nvPr>
        </p:nvSpPr>
        <p:spPr>
          <a:xfrm>
            <a:off x="283850" y="224410"/>
            <a:ext cx="6683700" cy="1236900"/>
          </a:xfrm>
          <a:prstGeom prst="rect">
            <a:avLst/>
          </a:prstGeom>
        </p:spPr>
        <p:txBody>
          <a:bodyPr spcFirstLastPara="1" wrap="square" lIns="0" tIns="91425" rIns="91425" bIns="91425" anchor="t" anchorCtr="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a:endParaRPr/>
          </a:p>
        </p:txBody>
      </p:sp>
      <p:sp>
        <p:nvSpPr>
          <p:cNvPr id="255" name="Google Shape;255;p27"/>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256" name="Google Shape;256;p27"/>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7" name="Google Shape;257;p27"/>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8" name="Google Shape;258;p27"/>
          <p:cNvSpPr txBox="1">
            <a:spLocks noGrp="1"/>
          </p:cNvSpPr>
          <p:nvPr>
            <p:ph type="title" idx="4"/>
          </p:nvPr>
        </p:nvSpPr>
        <p:spPr>
          <a:xfrm>
            <a:off x="288625" y="4778975"/>
            <a:ext cx="4227300" cy="76200"/>
          </a:xfrm>
          <a:prstGeom prst="rect">
            <a:avLst/>
          </a:prstGeom>
        </p:spPr>
        <p:txBody>
          <a:bodyPr spcFirstLastPara="1" wrap="square" lIns="0" tIns="0" rIns="0" bIns="0" anchor="ctr" anchorCtr="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59"/>
        <p:cNvGrpSpPr/>
        <p:nvPr/>
      </p:nvGrpSpPr>
      <p:grpSpPr>
        <a:xfrm>
          <a:off x="0" y="0"/>
          <a:ext cx="0" cy="0"/>
          <a:chOff x="0" y="0"/>
          <a:chExt cx="0" cy="0"/>
        </a:xfrm>
      </p:grpSpPr>
      <p:sp>
        <p:nvSpPr>
          <p:cNvPr id="260" name="Google Shape;260;p28"/>
          <p:cNvSpPr txBox="1">
            <a:spLocks noGrp="1"/>
          </p:cNvSpPr>
          <p:nvPr>
            <p:ph type="ctrTitle"/>
          </p:nvPr>
        </p:nvSpPr>
        <p:spPr>
          <a:xfrm>
            <a:off x="311708" y="744575"/>
            <a:ext cx="8520600" cy="2052600"/>
          </a:xfrm>
          <a:prstGeom prst="rect">
            <a:avLst/>
          </a:prstGeom>
        </p:spPr>
        <p:txBody>
          <a:bodyPr spcFirstLastPara="1" wrap="square" lIns="0" tIns="0" rIns="0" bIns="0"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261" name="Google Shape;261;p28"/>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62"/>
        <p:cNvGrpSpPr/>
        <p:nvPr/>
      </p:nvGrpSpPr>
      <p:grpSpPr>
        <a:xfrm>
          <a:off x="0" y="0"/>
          <a:ext cx="0" cy="0"/>
          <a:chOff x="0" y="0"/>
          <a:chExt cx="0" cy="0"/>
        </a:xfrm>
      </p:grpSpPr>
      <p:sp>
        <p:nvSpPr>
          <p:cNvPr id="263" name="Google Shape;263;p29"/>
          <p:cNvSpPr txBox="1">
            <a:spLocks noGrp="1"/>
          </p:cNvSpPr>
          <p:nvPr>
            <p:ph type="title"/>
          </p:nvPr>
        </p:nvSpPr>
        <p:spPr>
          <a:xfrm>
            <a:off x="311700" y="2150850"/>
            <a:ext cx="8520600" cy="841800"/>
          </a:xfrm>
          <a:prstGeom prst="rect">
            <a:avLst/>
          </a:prstGeom>
        </p:spPr>
        <p:txBody>
          <a:bodyPr spcFirstLastPara="1" wrap="square" lIns="0" tIns="0" rIns="0" bIns="0"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264"/>
        <p:cNvGrpSpPr/>
        <p:nvPr/>
      </p:nvGrpSpPr>
      <p:grpSpPr>
        <a:xfrm>
          <a:off x="0" y="0"/>
          <a:ext cx="0" cy="0"/>
          <a:chOff x="0" y="0"/>
          <a:chExt cx="0" cy="0"/>
        </a:xfrm>
      </p:grpSpPr>
      <p:sp>
        <p:nvSpPr>
          <p:cNvPr id="265" name="Google Shape;265;p30"/>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6" name="Google Shape;266;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267"/>
        <p:cNvGrpSpPr/>
        <p:nvPr/>
      </p:nvGrpSpPr>
      <p:grpSpPr>
        <a:xfrm>
          <a:off x="0" y="0"/>
          <a:ext cx="0" cy="0"/>
          <a:chOff x="0" y="0"/>
          <a:chExt cx="0" cy="0"/>
        </a:xfrm>
      </p:grpSpPr>
      <p:sp>
        <p:nvSpPr>
          <p:cNvPr id="268" name="Google Shape;268;p31"/>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9" name="Google Shape;269;p31"/>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270" name="Google Shape;270;p31"/>
          <p:cNvSpPr txBox="1">
            <a:spLocks noGrp="1"/>
          </p:cNvSpPr>
          <p:nvPr>
            <p:ph type="body" idx="2"/>
          </p:nvPr>
        </p:nvSpPr>
        <p:spPr>
          <a:xfrm>
            <a:off x="4832400" y="1152475"/>
            <a:ext cx="3999900" cy="3416400"/>
          </a:xfrm>
          <a:prstGeom prst="rect">
            <a:avLst/>
          </a:prstGeom>
        </p:spPr>
        <p:txBody>
          <a:bodyPr spcFirstLastPara="1" wrap="square" lIns="0" tIns="0" rIns="0" bIns="0"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71"/>
        <p:cNvGrpSpPr/>
        <p:nvPr/>
      </p:nvGrpSpPr>
      <p:grpSpPr>
        <a:xfrm>
          <a:off x="0" y="0"/>
          <a:ext cx="0" cy="0"/>
          <a:chOff x="0" y="0"/>
          <a:chExt cx="0" cy="0"/>
        </a:xfrm>
      </p:grpSpPr>
      <p:sp>
        <p:nvSpPr>
          <p:cNvPr id="272" name="Google Shape;272;p32"/>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73"/>
        <p:cNvGrpSpPr/>
        <p:nvPr/>
      </p:nvGrpSpPr>
      <p:grpSpPr>
        <a:xfrm>
          <a:off x="0" y="0"/>
          <a:ext cx="0" cy="0"/>
          <a:chOff x="0" y="0"/>
          <a:chExt cx="0" cy="0"/>
        </a:xfrm>
      </p:grpSpPr>
      <p:sp>
        <p:nvSpPr>
          <p:cNvPr id="274" name="Google Shape;274;p33"/>
          <p:cNvSpPr txBox="1">
            <a:spLocks noGrp="1"/>
          </p:cNvSpPr>
          <p:nvPr>
            <p:ph type="title"/>
          </p:nvPr>
        </p:nvSpPr>
        <p:spPr>
          <a:xfrm>
            <a:off x="311700" y="555600"/>
            <a:ext cx="2808000" cy="755700"/>
          </a:xfrm>
          <a:prstGeom prst="rect">
            <a:avLst/>
          </a:prstGeom>
        </p:spPr>
        <p:txBody>
          <a:bodyPr spcFirstLastPara="1" wrap="square" lIns="0" tIns="0" rIns="0" bIns="0"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75" name="Google Shape;275;p33"/>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76"/>
        <p:cNvGrpSpPr/>
        <p:nvPr/>
      </p:nvGrpSpPr>
      <p:grpSpPr>
        <a:xfrm>
          <a:off x="0" y="0"/>
          <a:ext cx="0" cy="0"/>
          <a:chOff x="0" y="0"/>
          <a:chExt cx="0" cy="0"/>
        </a:xfrm>
      </p:grpSpPr>
      <p:sp>
        <p:nvSpPr>
          <p:cNvPr id="277" name="Google Shape;277;p34"/>
          <p:cNvSpPr txBox="1">
            <a:spLocks noGrp="1"/>
          </p:cNvSpPr>
          <p:nvPr>
            <p:ph type="title"/>
          </p:nvPr>
        </p:nvSpPr>
        <p:spPr>
          <a:xfrm>
            <a:off x="490250" y="450150"/>
            <a:ext cx="6367800" cy="4090800"/>
          </a:xfrm>
          <a:prstGeom prst="rect">
            <a:avLst/>
          </a:prstGeom>
        </p:spPr>
        <p:txBody>
          <a:bodyPr spcFirstLastPara="1" wrap="square" lIns="0" tIns="0" rIns="0" bIns="0"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278"/>
        <p:cNvGrpSpPr/>
        <p:nvPr/>
      </p:nvGrpSpPr>
      <p:grpSpPr>
        <a:xfrm>
          <a:off x="0" y="0"/>
          <a:ext cx="0" cy="0"/>
          <a:chOff x="0" y="0"/>
          <a:chExt cx="0" cy="0"/>
        </a:xfrm>
      </p:grpSpPr>
      <p:sp>
        <p:nvSpPr>
          <p:cNvPr id="279" name="Google Shape;279;p35"/>
          <p:cNvSpPr txBox="1">
            <a:spLocks noGrp="1"/>
          </p:cNvSpPr>
          <p:nvPr>
            <p:ph type="title"/>
          </p:nvPr>
        </p:nvSpPr>
        <p:spPr>
          <a:xfrm>
            <a:off x="265500" y="1233175"/>
            <a:ext cx="4045200" cy="1482300"/>
          </a:xfrm>
          <a:prstGeom prst="rect">
            <a:avLst/>
          </a:prstGeom>
        </p:spPr>
        <p:txBody>
          <a:bodyPr spcFirstLastPara="1" wrap="square" lIns="0" tIns="0" rIns="0" bIns="0"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280" name="Google Shape;280;p35"/>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281" name="Google Shape;281;p35"/>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282"/>
        <p:cNvGrpSpPr/>
        <p:nvPr/>
      </p:nvGrpSpPr>
      <p:grpSpPr>
        <a:xfrm>
          <a:off x="0" y="0"/>
          <a:ext cx="0" cy="0"/>
          <a:chOff x="0" y="0"/>
          <a:chExt cx="0" cy="0"/>
        </a:xfrm>
      </p:grpSpPr>
      <p:sp>
        <p:nvSpPr>
          <p:cNvPr id="283" name="Google Shape;283;p36"/>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200"/>
              <a:buNone/>
              <a:defRPr/>
            </a:lvl1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284"/>
        <p:cNvGrpSpPr/>
        <p:nvPr/>
      </p:nvGrpSpPr>
      <p:grpSpPr>
        <a:xfrm>
          <a:off x="0" y="0"/>
          <a:ext cx="0" cy="0"/>
          <a:chOff x="0" y="0"/>
          <a:chExt cx="0" cy="0"/>
        </a:xfrm>
      </p:grpSpPr>
      <p:sp>
        <p:nvSpPr>
          <p:cNvPr id="285" name="Google Shape;285;p37"/>
          <p:cNvSpPr txBox="1">
            <a:spLocks noGrp="1"/>
          </p:cNvSpPr>
          <p:nvPr>
            <p:ph type="title" hasCustomPrompt="1"/>
          </p:nvPr>
        </p:nvSpPr>
        <p:spPr>
          <a:xfrm>
            <a:off x="311700" y="1106125"/>
            <a:ext cx="8520600" cy="1963500"/>
          </a:xfrm>
          <a:prstGeom prst="rect">
            <a:avLst/>
          </a:prstGeom>
        </p:spPr>
        <p:txBody>
          <a:bodyPr spcFirstLastPara="1" wrap="square" lIns="0" tIns="0" rIns="0" bIns="0"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86" name="Google Shape;286;p37"/>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87"/>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288"/>
        <p:cNvGrpSpPr/>
        <p:nvPr/>
      </p:nvGrpSpPr>
      <p:grpSpPr>
        <a:xfrm>
          <a:off x="0" y="0"/>
          <a:ext cx="0" cy="0"/>
          <a:chOff x="0" y="0"/>
          <a:chExt cx="0" cy="0"/>
        </a:xfrm>
      </p:grpSpPr>
      <p:sp>
        <p:nvSpPr>
          <p:cNvPr id="289" name="Google Shape;289;p39"/>
          <p:cNvSpPr txBox="1">
            <a:spLocks noGrp="1"/>
          </p:cNvSpPr>
          <p:nvPr>
            <p:ph type="title"/>
          </p:nvPr>
        </p:nvSpPr>
        <p:spPr>
          <a:xfrm>
            <a:off x="677325" y="1832775"/>
            <a:ext cx="3217200" cy="1484100"/>
          </a:xfrm>
          <a:prstGeom prst="rect">
            <a:avLst/>
          </a:prstGeom>
        </p:spPr>
        <p:txBody>
          <a:bodyPr spcFirstLastPara="1" wrap="square" lIns="0" tIns="0" rIns="0" bIns="0" anchor="ctr" anchorCtr="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39"/>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91" name="Google Shape;291;p39"/>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92" name="Google Shape;292;p39"/>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93" name="Google Shape;293;p39"/>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94" name="Google Shape;294;p39"/>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95" name="Google Shape;295;p39"/>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296"/>
        <p:cNvGrpSpPr/>
        <p:nvPr/>
      </p:nvGrpSpPr>
      <p:grpSpPr>
        <a:xfrm>
          <a:off x="0" y="0"/>
          <a:ext cx="0" cy="0"/>
          <a:chOff x="0" y="0"/>
          <a:chExt cx="0" cy="0"/>
        </a:xfrm>
      </p:grpSpPr>
      <p:sp>
        <p:nvSpPr>
          <p:cNvPr id="297" name="Google Shape;297;p40"/>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8" name="Google Shape;298;p40"/>
          <p:cNvSpPr txBox="1">
            <a:spLocks noGrp="1"/>
          </p:cNvSpPr>
          <p:nvPr>
            <p:ph type="body" idx="1"/>
          </p:nvPr>
        </p:nvSpPr>
        <p:spPr>
          <a:xfrm>
            <a:off x="311700" y="1152475"/>
            <a:ext cx="4473900" cy="34164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299" name="Google Shape;299;p40"/>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300"/>
        <p:cNvGrpSpPr/>
        <p:nvPr/>
      </p:nvGrpSpPr>
      <p:grpSpPr>
        <a:xfrm>
          <a:off x="0" y="0"/>
          <a:ext cx="0" cy="0"/>
          <a:chOff x="0" y="0"/>
          <a:chExt cx="0" cy="0"/>
        </a:xfrm>
      </p:grpSpPr>
      <p:sp>
        <p:nvSpPr>
          <p:cNvPr id="301" name="Google Shape;301;p41"/>
          <p:cNvSpPr txBox="1">
            <a:spLocks noGrp="1"/>
          </p:cNvSpPr>
          <p:nvPr>
            <p:ph type="title"/>
          </p:nvPr>
        </p:nvSpPr>
        <p:spPr>
          <a:xfrm>
            <a:off x="483175" y="450025"/>
            <a:ext cx="8184600" cy="758100"/>
          </a:xfrm>
          <a:prstGeom prst="rect">
            <a:avLst/>
          </a:prstGeom>
        </p:spPr>
        <p:txBody>
          <a:bodyPr spcFirstLastPara="1" wrap="square" lIns="0" tIns="0" rIns="0" bIns="0"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02" name="Google Shape;302;p41"/>
          <p:cNvSpPr txBox="1">
            <a:spLocks noGrp="1"/>
          </p:cNvSpPr>
          <p:nvPr>
            <p:ph type="body" idx="1"/>
          </p:nvPr>
        </p:nvSpPr>
        <p:spPr>
          <a:xfrm>
            <a:off x="483150" y="2237788"/>
            <a:ext cx="3619800" cy="23736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03" name="Google Shape;303;p41"/>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04" name="Google Shape;304;p41"/>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05" name="Google Shape;305;p41"/>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306"/>
        <p:cNvGrpSpPr/>
        <p:nvPr/>
      </p:nvGrpSpPr>
      <p:grpSpPr>
        <a:xfrm>
          <a:off x="0" y="0"/>
          <a:ext cx="0" cy="0"/>
          <a:chOff x="0" y="0"/>
          <a:chExt cx="0" cy="0"/>
        </a:xfrm>
      </p:grpSpPr>
      <p:sp>
        <p:nvSpPr>
          <p:cNvPr id="307" name="Google Shape;307;p42"/>
          <p:cNvSpPr txBox="1">
            <a:spLocks noGrp="1"/>
          </p:cNvSpPr>
          <p:nvPr>
            <p:ph type="body" idx="1"/>
          </p:nvPr>
        </p:nvSpPr>
        <p:spPr>
          <a:xfrm>
            <a:off x="483175" y="2417500"/>
            <a:ext cx="2455500" cy="23736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08" name="Google Shape;308;p42"/>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09" name="Google Shape;309;p42"/>
          <p:cNvSpPr txBox="1">
            <a:spLocks noGrp="1"/>
          </p:cNvSpPr>
          <p:nvPr>
            <p:ph type="title"/>
          </p:nvPr>
        </p:nvSpPr>
        <p:spPr>
          <a:xfrm>
            <a:off x="483175" y="450025"/>
            <a:ext cx="8184600" cy="758100"/>
          </a:xfrm>
          <a:prstGeom prst="rect">
            <a:avLst/>
          </a:prstGeom>
        </p:spPr>
        <p:txBody>
          <a:bodyPr spcFirstLastPara="1" wrap="square" lIns="0" tIns="0" rIns="0" bIns="0" anchor="ctr" anchorCtr="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a:endParaRPr/>
          </a:p>
        </p:txBody>
      </p:sp>
      <p:sp>
        <p:nvSpPr>
          <p:cNvPr id="310" name="Google Shape;310;p42"/>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11" name="Google Shape;311;p42"/>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12" name="Google Shape;312;p42"/>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13" name="Google Shape;313;p42"/>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314"/>
        <p:cNvGrpSpPr/>
        <p:nvPr/>
      </p:nvGrpSpPr>
      <p:grpSpPr>
        <a:xfrm>
          <a:off x="0" y="0"/>
          <a:ext cx="0" cy="0"/>
          <a:chOff x="0" y="0"/>
          <a:chExt cx="0" cy="0"/>
        </a:xfrm>
      </p:grpSpPr>
      <p:sp>
        <p:nvSpPr>
          <p:cNvPr id="315" name="Google Shape;315;p43"/>
          <p:cNvSpPr txBox="1">
            <a:spLocks noGrp="1"/>
          </p:cNvSpPr>
          <p:nvPr>
            <p:ph type="body" idx="1"/>
          </p:nvPr>
        </p:nvSpPr>
        <p:spPr>
          <a:xfrm>
            <a:off x="366725" y="1759093"/>
            <a:ext cx="3838500" cy="1138500"/>
          </a:xfrm>
          <a:prstGeom prst="rect">
            <a:avLst/>
          </a:prstGeom>
        </p:spPr>
        <p:txBody>
          <a:bodyPr spcFirstLastPara="1" wrap="square" lIns="0" tIns="0" rIns="0" bIns="0"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16" name="Google Shape;316;p43"/>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17" name="Google Shape;317;p43"/>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18" name="Google Shape;318;p43"/>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19" name="Google Shape;319;p43"/>
          <p:cNvSpPr txBox="1">
            <a:spLocks noGrp="1"/>
          </p:cNvSpPr>
          <p:nvPr>
            <p:ph type="title"/>
          </p:nvPr>
        </p:nvSpPr>
        <p:spPr>
          <a:xfrm>
            <a:off x="366750" y="450025"/>
            <a:ext cx="8184600" cy="758100"/>
          </a:xfrm>
          <a:prstGeom prst="rect">
            <a:avLst/>
          </a:prstGeom>
        </p:spPr>
        <p:txBody>
          <a:bodyPr spcFirstLastPara="1" wrap="square" lIns="0" tIns="0" rIns="0" bIns="0"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20" name="Google Shape;320;p43"/>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21" name="Google Shape;321;p43"/>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22" name="Google Shape;322;p43"/>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23" name="Google Shape;323;p43"/>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324"/>
        <p:cNvGrpSpPr/>
        <p:nvPr/>
      </p:nvGrpSpPr>
      <p:grpSpPr>
        <a:xfrm>
          <a:off x="0" y="0"/>
          <a:ext cx="0" cy="0"/>
          <a:chOff x="0" y="0"/>
          <a:chExt cx="0" cy="0"/>
        </a:xfrm>
      </p:grpSpPr>
      <p:sp>
        <p:nvSpPr>
          <p:cNvPr id="325" name="Google Shape;325;p44"/>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6" name="Google Shape;326;p44"/>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327"/>
        <p:cNvGrpSpPr/>
        <p:nvPr/>
      </p:nvGrpSpPr>
      <p:grpSpPr>
        <a:xfrm>
          <a:off x="0" y="0"/>
          <a:ext cx="0" cy="0"/>
          <a:chOff x="0" y="0"/>
          <a:chExt cx="0" cy="0"/>
        </a:xfrm>
      </p:grpSpPr>
      <p:sp>
        <p:nvSpPr>
          <p:cNvPr id="328" name="Google Shape;328;p45"/>
          <p:cNvSpPr txBox="1">
            <a:spLocks noGrp="1"/>
          </p:cNvSpPr>
          <p:nvPr>
            <p:ph type="body" idx="1"/>
          </p:nvPr>
        </p:nvSpPr>
        <p:spPr>
          <a:xfrm>
            <a:off x="311700" y="4080225"/>
            <a:ext cx="4027500" cy="9261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29" name="Google Shape;329;p45"/>
          <p:cNvSpPr>
            <a:spLocks noGrp="1"/>
          </p:cNvSpPr>
          <p:nvPr>
            <p:ph type="pic" idx="2"/>
          </p:nvPr>
        </p:nvSpPr>
        <p:spPr>
          <a:xfrm>
            <a:off x="4804825" y="1133300"/>
            <a:ext cx="4027500" cy="2392800"/>
          </a:xfrm>
          <a:prstGeom prst="rect">
            <a:avLst/>
          </a:prstGeom>
          <a:noFill/>
          <a:ln>
            <a:noFill/>
          </a:ln>
        </p:spPr>
      </p:sp>
      <p:sp>
        <p:nvSpPr>
          <p:cNvPr id="330" name="Google Shape;330;p45"/>
          <p:cNvSpPr>
            <a:spLocks noGrp="1"/>
          </p:cNvSpPr>
          <p:nvPr>
            <p:ph type="pic" idx="3"/>
          </p:nvPr>
        </p:nvSpPr>
        <p:spPr>
          <a:xfrm>
            <a:off x="311725" y="1133300"/>
            <a:ext cx="4027500" cy="2392800"/>
          </a:xfrm>
          <a:prstGeom prst="rect">
            <a:avLst/>
          </a:prstGeom>
          <a:noFill/>
          <a:ln>
            <a:noFill/>
          </a:ln>
        </p:spPr>
      </p:sp>
      <p:sp>
        <p:nvSpPr>
          <p:cNvPr id="331" name="Google Shape;331;p45"/>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32" name="Google Shape;332;p45"/>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3" name="Google Shape;333;p45"/>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34" name="Google Shape;334;p45"/>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335"/>
        <p:cNvGrpSpPr/>
        <p:nvPr/>
      </p:nvGrpSpPr>
      <p:grpSpPr>
        <a:xfrm>
          <a:off x="0" y="0"/>
          <a:ext cx="0" cy="0"/>
          <a:chOff x="0" y="0"/>
          <a:chExt cx="0" cy="0"/>
        </a:xfrm>
      </p:grpSpPr>
      <p:sp>
        <p:nvSpPr>
          <p:cNvPr id="336" name="Google Shape;336;p46"/>
          <p:cNvSpPr txBox="1">
            <a:spLocks noGrp="1"/>
          </p:cNvSpPr>
          <p:nvPr>
            <p:ph type="body" idx="1"/>
          </p:nvPr>
        </p:nvSpPr>
        <p:spPr>
          <a:xfrm>
            <a:off x="311700" y="3911700"/>
            <a:ext cx="2627100" cy="10185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37" name="Google Shape;337;p46"/>
          <p:cNvSpPr>
            <a:spLocks noGrp="1"/>
          </p:cNvSpPr>
          <p:nvPr>
            <p:ph type="pic" idx="2"/>
          </p:nvPr>
        </p:nvSpPr>
        <p:spPr>
          <a:xfrm>
            <a:off x="6205225" y="1128325"/>
            <a:ext cx="2627100" cy="2273100"/>
          </a:xfrm>
          <a:prstGeom prst="rect">
            <a:avLst/>
          </a:prstGeom>
          <a:noFill/>
          <a:ln>
            <a:noFill/>
          </a:ln>
        </p:spPr>
      </p:sp>
      <p:sp>
        <p:nvSpPr>
          <p:cNvPr id="338" name="Google Shape;338;p46"/>
          <p:cNvSpPr>
            <a:spLocks noGrp="1"/>
          </p:cNvSpPr>
          <p:nvPr>
            <p:ph type="pic" idx="3"/>
          </p:nvPr>
        </p:nvSpPr>
        <p:spPr>
          <a:xfrm>
            <a:off x="311725" y="1128325"/>
            <a:ext cx="2627100" cy="2273100"/>
          </a:xfrm>
          <a:prstGeom prst="rect">
            <a:avLst/>
          </a:prstGeom>
          <a:noFill/>
          <a:ln>
            <a:noFill/>
          </a:ln>
        </p:spPr>
      </p:sp>
      <p:sp>
        <p:nvSpPr>
          <p:cNvPr id="339" name="Google Shape;339;p46"/>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40" name="Google Shape;340;p46"/>
          <p:cNvSpPr>
            <a:spLocks noGrp="1"/>
          </p:cNvSpPr>
          <p:nvPr>
            <p:ph type="pic" idx="5"/>
          </p:nvPr>
        </p:nvSpPr>
        <p:spPr>
          <a:xfrm>
            <a:off x="3255250" y="1128325"/>
            <a:ext cx="2627100" cy="2273100"/>
          </a:xfrm>
          <a:prstGeom prst="rect">
            <a:avLst/>
          </a:prstGeom>
          <a:noFill/>
          <a:ln>
            <a:noFill/>
          </a:ln>
        </p:spPr>
      </p:sp>
      <p:sp>
        <p:nvSpPr>
          <p:cNvPr id="341" name="Google Shape;341;p46"/>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42" name="Google Shape;342;p46"/>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3" name="Google Shape;343;p46"/>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44" name="Google Shape;344;p46"/>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45" name="Google Shape;345;p46"/>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346"/>
        <p:cNvGrpSpPr/>
        <p:nvPr/>
      </p:nvGrpSpPr>
      <p:grpSpPr>
        <a:xfrm>
          <a:off x="0" y="0"/>
          <a:ext cx="0" cy="0"/>
          <a:chOff x="0" y="0"/>
          <a:chExt cx="0" cy="0"/>
        </a:xfrm>
      </p:grpSpPr>
      <p:sp>
        <p:nvSpPr>
          <p:cNvPr id="347" name="Google Shape;347;p47"/>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348"/>
        <p:cNvGrpSpPr/>
        <p:nvPr/>
      </p:nvGrpSpPr>
      <p:grpSpPr>
        <a:xfrm>
          <a:off x="0" y="0"/>
          <a:ext cx="0" cy="0"/>
          <a:chOff x="0" y="0"/>
          <a:chExt cx="0" cy="0"/>
        </a:xfrm>
      </p:grpSpPr>
      <p:sp>
        <p:nvSpPr>
          <p:cNvPr id="349" name="Google Shape;349;p48"/>
          <p:cNvSpPr>
            <a:spLocks noGrp="1"/>
          </p:cNvSpPr>
          <p:nvPr>
            <p:ph type="pic" idx="2"/>
          </p:nvPr>
        </p:nvSpPr>
        <p:spPr>
          <a:xfrm>
            <a:off x="3389600" y="118913"/>
            <a:ext cx="1643700" cy="1535100"/>
          </a:xfrm>
          <a:prstGeom prst="rect">
            <a:avLst/>
          </a:prstGeom>
          <a:noFill/>
          <a:ln>
            <a:noFill/>
          </a:ln>
        </p:spPr>
      </p:sp>
      <p:sp>
        <p:nvSpPr>
          <p:cNvPr id="350" name="Google Shape;350;p48"/>
          <p:cNvSpPr>
            <a:spLocks noGrp="1"/>
          </p:cNvSpPr>
          <p:nvPr>
            <p:ph type="pic" idx="3"/>
          </p:nvPr>
        </p:nvSpPr>
        <p:spPr>
          <a:xfrm>
            <a:off x="5195935" y="118913"/>
            <a:ext cx="1643700" cy="1535100"/>
          </a:xfrm>
          <a:prstGeom prst="rect">
            <a:avLst/>
          </a:prstGeom>
          <a:noFill/>
          <a:ln>
            <a:noFill/>
          </a:ln>
        </p:spPr>
      </p:sp>
      <p:sp>
        <p:nvSpPr>
          <p:cNvPr id="351" name="Google Shape;351;p48"/>
          <p:cNvSpPr>
            <a:spLocks noGrp="1"/>
          </p:cNvSpPr>
          <p:nvPr>
            <p:ph type="pic" idx="4"/>
          </p:nvPr>
        </p:nvSpPr>
        <p:spPr>
          <a:xfrm>
            <a:off x="7002270" y="118913"/>
            <a:ext cx="1643700" cy="1535100"/>
          </a:xfrm>
          <a:prstGeom prst="rect">
            <a:avLst/>
          </a:prstGeom>
          <a:noFill/>
          <a:ln>
            <a:noFill/>
          </a:ln>
        </p:spPr>
      </p:sp>
      <p:sp>
        <p:nvSpPr>
          <p:cNvPr id="352" name="Google Shape;352;p48"/>
          <p:cNvSpPr>
            <a:spLocks noGrp="1"/>
          </p:cNvSpPr>
          <p:nvPr>
            <p:ph type="pic" idx="5"/>
          </p:nvPr>
        </p:nvSpPr>
        <p:spPr>
          <a:xfrm>
            <a:off x="3389588" y="1804212"/>
            <a:ext cx="1643700" cy="1535100"/>
          </a:xfrm>
          <a:prstGeom prst="rect">
            <a:avLst/>
          </a:prstGeom>
          <a:noFill/>
          <a:ln>
            <a:noFill/>
          </a:ln>
        </p:spPr>
      </p:sp>
      <p:sp>
        <p:nvSpPr>
          <p:cNvPr id="353" name="Google Shape;353;p48"/>
          <p:cNvSpPr>
            <a:spLocks noGrp="1"/>
          </p:cNvSpPr>
          <p:nvPr>
            <p:ph type="pic" idx="6"/>
          </p:nvPr>
        </p:nvSpPr>
        <p:spPr>
          <a:xfrm>
            <a:off x="5195922" y="1804212"/>
            <a:ext cx="1643700" cy="1535100"/>
          </a:xfrm>
          <a:prstGeom prst="rect">
            <a:avLst/>
          </a:prstGeom>
          <a:noFill/>
          <a:ln>
            <a:noFill/>
          </a:ln>
        </p:spPr>
      </p:sp>
      <p:sp>
        <p:nvSpPr>
          <p:cNvPr id="354" name="Google Shape;354;p48"/>
          <p:cNvSpPr>
            <a:spLocks noGrp="1"/>
          </p:cNvSpPr>
          <p:nvPr>
            <p:ph type="pic" idx="7"/>
          </p:nvPr>
        </p:nvSpPr>
        <p:spPr>
          <a:xfrm>
            <a:off x="7002257" y="1804212"/>
            <a:ext cx="1643700" cy="1535100"/>
          </a:xfrm>
          <a:prstGeom prst="rect">
            <a:avLst/>
          </a:prstGeom>
          <a:noFill/>
          <a:ln>
            <a:noFill/>
          </a:ln>
        </p:spPr>
      </p:sp>
      <p:sp>
        <p:nvSpPr>
          <p:cNvPr id="355" name="Google Shape;355;p48"/>
          <p:cNvSpPr txBox="1">
            <a:spLocks noGrp="1"/>
          </p:cNvSpPr>
          <p:nvPr>
            <p:ph type="title"/>
          </p:nvPr>
        </p:nvSpPr>
        <p:spPr>
          <a:xfrm>
            <a:off x="351550" y="445025"/>
            <a:ext cx="2596800" cy="1706400"/>
          </a:xfrm>
          <a:prstGeom prst="rect">
            <a:avLst/>
          </a:prstGeom>
        </p:spPr>
        <p:txBody>
          <a:bodyPr spcFirstLastPara="1" wrap="square" lIns="0" tIns="0" rIns="0" bIns="0" anchor="ctr" anchorCtr="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6" name="Google Shape;356;p48"/>
          <p:cNvSpPr>
            <a:spLocks noGrp="1"/>
          </p:cNvSpPr>
          <p:nvPr>
            <p:ph type="pic" idx="8"/>
          </p:nvPr>
        </p:nvSpPr>
        <p:spPr>
          <a:xfrm>
            <a:off x="3389588" y="3489487"/>
            <a:ext cx="1643700" cy="1535100"/>
          </a:xfrm>
          <a:prstGeom prst="rect">
            <a:avLst/>
          </a:prstGeom>
          <a:noFill/>
          <a:ln>
            <a:noFill/>
          </a:ln>
        </p:spPr>
      </p:sp>
      <p:sp>
        <p:nvSpPr>
          <p:cNvPr id="357" name="Google Shape;357;p48"/>
          <p:cNvSpPr>
            <a:spLocks noGrp="1"/>
          </p:cNvSpPr>
          <p:nvPr>
            <p:ph type="pic" idx="9"/>
          </p:nvPr>
        </p:nvSpPr>
        <p:spPr>
          <a:xfrm>
            <a:off x="5195922" y="3489487"/>
            <a:ext cx="1643700" cy="1535100"/>
          </a:xfrm>
          <a:prstGeom prst="rect">
            <a:avLst/>
          </a:prstGeom>
          <a:noFill/>
          <a:ln>
            <a:noFill/>
          </a:ln>
        </p:spPr>
      </p:sp>
      <p:sp>
        <p:nvSpPr>
          <p:cNvPr id="358" name="Google Shape;358;p48"/>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26" Type="http://schemas.openxmlformats.org/officeDocument/2006/relationships/slideLayout" Target="../slideLayouts/slideLayout27.xml"/><Relationship Id="rId39" Type="http://schemas.openxmlformats.org/officeDocument/2006/relationships/slideLayout" Target="../slideLayouts/slideLayout40.xml"/><Relationship Id="rId3" Type="http://schemas.openxmlformats.org/officeDocument/2006/relationships/slideLayout" Target="../slideLayouts/slideLayout4.xml"/><Relationship Id="rId21" Type="http://schemas.openxmlformats.org/officeDocument/2006/relationships/slideLayout" Target="../slideLayouts/slideLayout22.xml"/><Relationship Id="rId34" Type="http://schemas.openxmlformats.org/officeDocument/2006/relationships/slideLayout" Target="../slideLayouts/slideLayout35.xml"/><Relationship Id="rId42" Type="http://schemas.openxmlformats.org/officeDocument/2006/relationships/slideLayout" Target="../slideLayouts/slideLayout43.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5" Type="http://schemas.openxmlformats.org/officeDocument/2006/relationships/slideLayout" Target="../slideLayouts/slideLayout26.xml"/><Relationship Id="rId33" Type="http://schemas.openxmlformats.org/officeDocument/2006/relationships/slideLayout" Target="../slideLayouts/slideLayout34.xml"/><Relationship Id="rId38" Type="http://schemas.openxmlformats.org/officeDocument/2006/relationships/slideLayout" Target="../slideLayouts/slideLayout39.xml"/><Relationship Id="rId46" Type="http://schemas.openxmlformats.org/officeDocument/2006/relationships/theme" Target="../theme/theme2.xml"/><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slideLayout" Target="../slideLayouts/slideLayout21.xml"/><Relationship Id="rId29" Type="http://schemas.openxmlformats.org/officeDocument/2006/relationships/slideLayout" Target="../slideLayouts/slideLayout30.xml"/><Relationship Id="rId41" Type="http://schemas.openxmlformats.org/officeDocument/2006/relationships/slideLayout" Target="../slideLayouts/slideLayout42.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24" Type="http://schemas.openxmlformats.org/officeDocument/2006/relationships/slideLayout" Target="../slideLayouts/slideLayout25.xml"/><Relationship Id="rId32" Type="http://schemas.openxmlformats.org/officeDocument/2006/relationships/slideLayout" Target="../slideLayouts/slideLayout33.xml"/><Relationship Id="rId37" Type="http://schemas.openxmlformats.org/officeDocument/2006/relationships/slideLayout" Target="../slideLayouts/slideLayout38.xml"/><Relationship Id="rId40" Type="http://schemas.openxmlformats.org/officeDocument/2006/relationships/slideLayout" Target="../slideLayouts/slideLayout41.xml"/><Relationship Id="rId45" Type="http://schemas.openxmlformats.org/officeDocument/2006/relationships/slideLayout" Target="../slideLayouts/slideLayout46.xml"/><Relationship Id="rId5" Type="http://schemas.openxmlformats.org/officeDocument/2006/relationships/slideLayout" Target="../slideLayouts/slideLayout6.xml"/><Relationship Id="rId15" Type="http://schemas.openxmlformats.org/officeDocument/2006/relationships/slideLayout" Target="../slideLayouts/slideLayout16.xml"/><Relationship Id="rId23" Type="http://schemas.openxmlformats.org/officeDocument/2006/relationships/slideLayout" Target="../slideLayouts/slideLayout24.xml"/><Relationship Id="rId28" Type="http://schemas.openxmlformats.org/officeDocument/2006/relationships/slideLayout" Target="../slideLayouts/slideLayout29.xml"/><Relationship Id="rId36" Type="http://schemas.openxmlformats.org/officeDocument/2006/relationships/slideLayout" Target="../slideLayouts/slideLayout37.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31" Type="http://schemas.openxmlformats.org/officeDocument/2006/relationships/slideLayout" Target="../slideLayouts/slideLayout32.xml"/><Relationship Id="rId44" Type="http://schemas.openxmlformats.org/officeDocument/2006/relationships/slideLayout" Target="../slideLayouts/slideLayout45.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slideLayout" Target="../slideLayouts/slideLayout23.xml"/><Relationship Id="rId27" Type="http://schemas.openxmlformats.org/officeDocument/2006/relationships/slideLayout" Target="../slideLayouts/slideLayout28.xml"/><Relationship Id="rId30" Type="http://schemas.openxmlformats.org/officeDocument/2006/relationships/slideLayout" Target="../slideLayouts/slideLayout31.xml"/><Relationship Id="rId35" Type="http://schemas.openxmlformats.org/officeDocument/2006/relationships/slideLayout" Target="../slideLayouts/slideLayout36.xml"/><Relationship Id="rId43"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7"/>
        <p:cNvGrpSpPr/>
        <p:nvPr/>
      </p:nvGrpSpPr>
      <p:grpSpPr>
        <a:xfrm>
          <a:off x="0" y="0"/>
          <a:ext cx="0" cy="0"/>
          <a:chOff x="0" y="0"/>
          <a:chExt cx="0" cy="0"/>
        </a:xfrm>
      </p:grpSpPr>
      <p:sp>
        <p:nvSpPr>
          <p:cNvPr id="8" name="Google Shape;8;p3"/>
          <p:cNvSpPr txBox="1">
            <a:spLocks noGrp="1"/>
          </p:cNvSpPr>
          <p:nvPr>
            <p:ph type="body" idx="1"/>
          </p:nvPr>
        </p:nvSpPr>
        <p:spPr>
          <a:xfrm>
            <a:off x="284850" y="1555575"/>
            <a:ext cx="5710500" cy="2861400"/>
          </a:xfrm>
          <a:prstGeom prst="rect">
            <a:avLst/>
          </a:prstGeom>
          <a:noFill/>
          <a:ln>
            <a:noFill/>
          </a:ln>
        </p:spPr>
        <p:txBody>
          <a:bodyPr spcFirstLastPara="1" wrap="square" lIns="0" tIns="0" rIns="0" bIns="0" anchor="t" anchorCtr="0">
            <a:spAutoFit/>
          </a:bodyPr>
          <a:lstStyle>
            <a:lvl1pPr marL="457200" lvl="0"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marL="914400" lvl="1"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marL="1371600" lvl="2"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marL="1828800" lvl="3"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marL="2286000" lvl="4"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marL="2743200" lvl="5"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marL="3200400" lvl="6"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marL="3657600" lvl="7"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marL="4114800" lvl="8"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a:endParaRPr/>
          </a:p>
        </p:txBody>
      </p:sp>
      <p:sp>
        <p:nvSpPr>
          <p:cNvPr id="9" name="Google Shape;9;p3"/>
          <p:cNvSpPr txBox="1">
            <a:spLocks noGrp="1"/>
          </p:cNvSpPr>
          <p:nvPr>
            <p:ph type="title"/>
          </p:nvPr>
        </p:nvSpPr>
        <p:spPr>
          <a:xfrm>
            <a:off x="284850" y="285900"/>
            <a:ext cx="6423900" cy="587700"/>
          </a:xfrm>
          <a:prstGeom prst="rect">
            <a:avLst/>
          </a:prstGeom>
          <a:noFill/>
          <a:ln>
            <a:noFill/>
          </a:ln>
        </p:spPr>
        <p:txBody>
          <a:bodyPr spcFirstLastPara="1" wrap="square" lIns="0" tIns="0" rIns="0" bIns="0" anchor="t" anchorCtr="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a:endParaRPr/>
          </a:p>
        </p:txBody>
      </p:sp>
      <p:sp>
        <p:nvSpPr>
          <p:cNvPr id="10" name="Google Shape;10;p3"/>
          <p:cNvSpPr txBox="1">
            <a:spLocks noGrp="1"/>
          </p:cNvSpPr>
          <p:nvPr>
            <p:ph type="sldNum" idx="12"/>
          </p:nvPr>
        </p:nvSpPr>
        <p:spPr>
          <a:xfrm>
            <a:off x="8308150" y="4782125"/>
            <a:ext cx="548700" cy="76200"/>
          </a:xfrm>
          <a:prstGeom prst="rect">
            <a:avLst/>
          </a:prstGeom>
          <a:noFill/>
          <a:ln>
            <a:noFill/>
          </a:ln>
        </p:spPr>
        <p:txBody>
          <a:bodyPr spcFirstLastPara="1" wrap="square" lIns="0" tIns="0" rIns="0" bIns="0" anchor="ctr" anchorCtr="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
        <p:nvSpPr>
          <p:cNvPr id="11" name="Google Shape;11;p3"/>
          <p:cNvSpPr txBox="1">
            <a:spLocks noGrp="1"/>
          </p:cNvSpPr>
          <p:nvPr>
            <p:ph type="title" idx="2"/>
          </p:nvPr>
        </p:nvSpPr>
        <p:spPr>
          <a:xfrm>
            <a:off x="288625" y="4778975"/>
            <a:ext cx="4227300" cy="76200"/>
          </a:xfrm>
          <a:prstGeom prst="rect">
            <a:avLst/>
          </a:prstGeom>
          <a:noFill/>
          <a:ln>
            <a:noFill/>
          </a:ln>
        </p:spPr>
        <p:txBody>
          <a:bodyPr spcFirstLastPara="1" wrap="square" lIns="0" tIns="0" rIns="0" bIns="0" anchor="ctr" anchorCtr="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12" name="Google Shape;12;p3"/>
          <p:cNvSpPr txBox="1">
            <a:spLocks noGrp="1"/>
          </p:cNvSpPr>
          <p:nvPr>
            <p:ph type="title" idx="3"/>
          </p:nvPr>
        </p:nvSpPr>
        <p:spPr>
          <a:xfrm>
            <a:off x="4629750" y="4778975"/>
            <a:ext cx="1328400" cy="76200"/>
          </a:xfrm>
          <a:prstGeom prst="rect">
            <a:avLst/>
          </a:prstGeom>
          <a:noFill/>
          <a:ln>
            <a:noFill/>
          </a:ln>
        </p:spPr>
        <p:txBody>
          <a:bodyPr spcFirstLastPara="1" wrap="square" lIns="0" tIns="0" rIns="0" bIns="0" anchor="ctr" anchorCtr="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13" name="Google Shape;13;p3"/>
          <p:cNvSpPr txBox="1">
            <a:spLocks noGrp="1"/>
          </p:cNvSpPr>
          <p:nvPr>
            <p:ph type="title" idx="4"/>
          </p:nvPr>
        </p:nvSpPr>
        <p:spPr>
          <a:xfrm>
            <a:off x="6086100" y="4778975"/>
            <a:ext cx="1328400" cy="76200"/>
          </a:xfrm>
          <a:prstGeom prst="rect">
            <a:avLst/>
          </a:prstGeom>
          <a:noFill/>
          <a:ln>
            <a:noFill/>
          </a:ln>
        </p:spPr>
        <p:txBody>
          <a:bodyPr spcFirstLastPara="1" wrap="square" lIns="0" tIns="0" rIns="0" bIns="0" anchor="ctr" anchorCtr="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14" name="Google Shape;14;p3"/>
          <p:cNvSpPr txBox="1">
            <a:spLocks noGrp="1"/>
          </p:cNvSpPr>
          <p:nvPr>
            <p:ph type="body" idx="5"/>
          </p:nvPr>
        </p:nvSpPr>
        <p:spPr>
          <a:xfrm>
            <a:off x="4239825" y="1398125"/>
            <a:ext cx="3648900" cy="22791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marL="914400" lvl="1"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marL="1371600" lvl="2"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marL="1828800" lvl="3"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marL="2286000" lvl="4"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marL="2743200" lvl="5"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marL="3200400" lvl="6"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marL="3657600" lvl="7"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marL="4114800" lvl="8"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png"/><Relationship Id="rId9"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6.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3C6E"/>
        </a:solidFill>
        <a:effectLst/>
      </p:bgPr>
    </p:bg>
    <p:spTree>
      <p:nvGrpSpPr>
        <p:cNvPr id="1" name="Shape 363"/>
        <p:cNvGrpSpPr/>
        <p:nvPr/>
      </p:nvGrpSpPr>
      <p:grpSpPr>
        <a:xfrm>
          <a:off x="0" y="0"/>
          <a:ext cx="0" cy="0"/>
          <a:chOff x="0" y="0"/>
          <a:chExt cx="0" cy="0"/>
        </a:xfrm>
      </p:grpSpPr>
      <p:sp>
        <p:nvSpPr>
          <p:cNvPr id="364" name="Google Shape;364;p49"/>
          <p:cNvSpPr/>
          <p:nvPr/>
        </p:nvSpPr>
        <p:spPr>
          <a:xfrm>
            <a:off x="5602120" y="256045"/>
            <a:ext cx="3200400" cy="3200400"/>
          </a:xfrm>
          <a:prstGeom prst="ellipse">
            <a:avLst/>
          </a:prstGeom>
          <a:solidFill>
            <a:srgbClr val="2B5BA8">
              <a:alpha val="4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49"/>
          <p:cNvSpPr/>
          <p:nvPr/>
        </p:nvSpPr>
        <p:spPr>
          <a:xfrm>
            <a:off x="6309238" y="759025"/>
            <a:ext cx="2011800" cy="2011800"/>
          </a:xfrm>
          <a:prstGeom prst="ellipse">
            <a:avLst/>
          </a:prstGeom>
          <a:solidFill>
            <a:srgbClr val="4A80D4">
              <a:alpha val="4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49"/>
          <p:cNvSpPr/>
          <p:nvPr/>
        </p:nvSpPr>
        <p:spPr>
          <a:xfrm>
            <a:off x="5" y="2857495"/>
            <a:ext cx="2286000" cy="2286000"/>
          </a:xfrm>
          <a:prstGeom prst="ellipse">
            <a:avLst/>
          </a:prstGeom>
          <a:solidFill>
            <a:srgbClr val="4A80D4">
              <a:alpha val="3490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49"/>
          <p:cNvSpPr/>
          <p:nvPr/>
        </p:nvSpPr>
        <p:spPr>
          <a:xfrm>
            <a:off x="0" y="0"/>
            <a:ext cx="201168" cy="5143500"/>
          </a:xfrm>
          <a:prstGeom prst="rect">
            <a:avLst/>
          </a:prstGeom>
          <a:solidFill>
            <a:srgbClr val="3A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68" name="Google Shape;368;p49" descr="/home/claude/logo_nobg.png"/>
          <p:cNvPicPr preferRelativeResize="0"/>
          <p:nvPr/>
        </p:nvPicPr>
        <p:blipFill rotWithShape="1">
          <a:blip r:embed="rId3">
            <a:alphaModFix/>
          </a:blip>
          <a:srcRect/>
          <a:stretch/>
        </p:blipFill>
        <p:spPr>
          <a:xfrm>
            <a:off x="6629340" y="1480209"/>
            <a:ext cx="1371600" cy="569434"/>
          </a:xfrm>
          <a:prstGeom prst="rect">
            <a:avLst/>
          </a:prstGeom>
          <a:noFill/>
          <a:ln>
            <a:noFill/>
          </a:ln>
        </p:spPr>
      </p:pic>
      <p:sp>
        <p:nvSpPr>
          <p:cNvPr id="370" name="Google Shape;370;p49"/>
          <p:cNvSpPr/>
          <p:nvPr/>
        </p:nvSpPr>
        <p:spPr>
          <a:xfrm>
            <a:off x="3246120" y="2729218"/>
            <a:ext cx="2286000" cy="320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rgbClr val="FFFFFF"/>
              </a:buClr>
              <a:buSzPts val="900"/>
              <a:buFont typeface="Calibri"/>
              <a:buNone/>
            </a:pPr>
            <a:endParaRPr sz="900" b="0" i="0" u="none" strike="noStrike" cap="none">
              <a:solidFill>
                <a:schemeClr val="dk1"/>
              </a:solidFill>
              <a:latin typeface="Calibri"/>
              <a:ea typeface="Calibri"/>
              <a:cs typeface="Calibri"/>
              <a:sym typeface="Calibri"/>
            </a:endParaRPr>
          </a:p>
        </p:txBody>
      </p:sp>
      <p:sp>
        <p:nvSpPr>
          <p:cNvPr id="371" name="Google Shape;371;p49"/>
          <p:cNvSpPr/>
          <p:nvPr/>
        </p:nvSpPr>
        <p:spPr>
          <a:xfrm>
            <a:off x="988145" y="1135300"/>
            <a:ext cx="6400800" cy="141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FFFFF"/>
              </a:buClr>
              <a:buSzPts val="3800"/>
              <a:buFont typeface="Calibri"/>
              <a:buNone/>
            </a:pPr>
            <a:r>
              <a:rPr lang="en-US" sz="3800" b="1" i="0" u="none" strike="noStrike" cap="none">
                <a:solidFill>
                  <a:schemeClr val="dk1"/>
                </a:solidFill>
                <a:latin typeface="Calibri"/>
                <a:ea typeface="Calibri"/>
                <a:cs typeface="Calibri"/>
                <a:sym typeface="Calibri"/>
              </a:rPr>
              <a:t>Internship Project</a:t>
            </a:r>
            <a:endParaRPr sz="3800" b="0" i="0" u="none" strike="noStrike" cap="none">
              <a:solidFill>
                <a:schemeClr val="dk1"/>
              </a:solidFill>
              <a:latin typeface="Calibri"/>
              <a:ea typeface="Calibri"/>
              <a:cs typeface="Calibri"/>
              <a:sym typeface="Calibri"/>
            </a:endParaRPr>
          </a:p>
          <a:p>
            <a:pPr marL="0" marR="0" lvl="0" indent="0" algn="l" rtl="0">
              <a:spcBef>
                <a:spcPts val="0"/>
              </a:spcBef>
              <a:spcAft>
                <a:spcPts val="0"/>
              </a:spcAft>
              <a:buClr>
                <a:srgbClr val="FFFFFF"/>
              </a:buClr>
              <a:buSzPts val="3800"/>
              <a:buFont typeface="Calibri"/>
              <a:buNone/>
            </a:pPr>
            <a:r>
              <a:rPr lang="en-US" sz="3800" b="1" i="0" u="none" strike="noStrike" cap="none">
                <a:solidFill>
                  <a:schemeClr val="dk1"/>
                </a:solidFill>
                <a:latin typeface="Calibri"/>
                <a:ea typeface="Calibri"/>
                <a:cs typeface="Calibri"/>
                <a:sym typeface="Calibri"/>
              </a:rPr>
              <a:t>Presentation</a:t>
            </a:r>
            <a:endParaRPr sz="3800" b="0" i="0" u="none" strike="noStrike" cap="none">
              <a:solidFill>
                <a:schemeClr val="dk1"/>
              </a:solidFill>
              <a:latin typeface="Calibri"/>
              <a:ea typeface="Calibri"/>
              <a:cs typeface="Calibri"/>
              <a:sym typeface="Calibri"/>
            </a:endParaRPr>
          </a:p>
        </p:txBody>
      </p:sp>
      <p:sp>
        <p:nvSpPr>
          <p:cNvPr id="372" name="Google Shape;372;p49"/>
          <p:cNvSpPr/>
          <p:nvPr/>
        </p:nvSpPr>
        <p:spPr>
          <a:xfrm>
            <a:off x="502920" y="3127248"/>
            <a:ext cx="7772400" cy="457200"/>
          </a:xfrm>
          <a:prstGeom prst="rect">
            <a:avLst/>
          </a:prstGeom>
          <a:solidFill>
            <a:srgbClr val="2B5BA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73" name="Google Shape;373;p49"/>
          <p:cNvSpPr/>
          <p:nvPr/>
        </p:nvSpPr>
        <p:spPr>
          <a:xfrm>
            <a:off x="502920" y="3127248"/>
            <a:ext cx="7772400" cy="457200"/>
          </a:xfrm>
          <a:prstGeom prst="rect">
            <a:avLst/>
          </a:prstGeom>
          <a:noFill/>
          <a:ln>
            <a:noFill/>
          </a:ln>
        </p:spPr>
        <p:txBody>
          <a:bodyPr spcFirstLastPara="1" wrap="square" lIns="0" tIns="0" rIns="0" bIns="0" anchor="ctr" anchorCtr="0">
            <a:noAutofit/>
          </a:bodyPr>
          <a:lstStyle/>
          <a:p>
            <a:pPr lvl="0" algn="ctr">
              <a:buClr>
                <a:srgbClr val="3AACF0"/>
              </a:buClr>
              <a:buSzPts val="1500"/>
            </a:pPr>
            <a:r>
              <a:rPr lang="en-US" sz="1600" dirty="0" smtClean="0"/>
              <a:t>E-Commerce Sales Dashboard using Tableau</a:t>
            </a:r>
            <a:r>
              <a:rPr lang="en-US" sz="1500" dirty="0" smtClean="0">
                <a:solidFill>
                  <a:schemeClr val="dk1"/>
                </a:solidFill>
                <a:latin typeface="Calibri"/>
                <a:ea typeface="Calibri"/>
                <a:cs typeface="Calibri"/>
                <a:sym typeface="Calibri"/>
              </a:rPr>
              <a:t> </a:t>
            </a:r>
            <a:endParaRPr sz="1500">
              <a:solidFill>
                <a:schemeClr val="dk1"/>
              </a:solidFill>
              <a:latin typeface="Calibri"/>
              <a:ea typeface="Calibri"/>
              <a:cs typeface="Calibri"/>
              <a:sym typeface="Calibri"/>
            </a:endParaRPr>
          </a:p>
        </p:txBody>
      </p:sp>
      <p:cxnSp>
        <p:nvCxnSpPr>
          <p:cNvPr id="374" name="Google Shape;374;p49"/>
          <p:cNvCxnSpPr/>
          <p:nvPr/>
        </p:nvCxnSpPr>
        <p:spPr>
          <a:xfrm>
            <a:off x="502920" y="3749040"/>
            <a:ext cx="8046720" cy="0"/>
          </a:xfrm>
          <a:prstGeom prst="straightConnector1">
            <a:avLst/>
          </a:prstGeom>
          <a:noFill/>
          <a:ln w="9525" cap="flat" cmpd="sng">
            <a:solidFill>
              <a:srgbClr val="D1D9E6">
                <a:alpha val="40000"/>
              </a:srgbClr>
            </a:solidFill>
            <a:prstDash val="solid"/>
            <a:round/>
            <a:headEnd type="none" w="sm" len="sm"/>
            <a:tailEnd type="none" w="sm" len="sm"/>
          </a:ln>
        </p:spPr>
      </p:cxnSp>
      <p:sp>
        <p:nvSpPr>
          <p:cNvPr id="375" name="Google Shape;375;p49"/>
          <p:cNvSpPr/>
          <p:nvPr/>
        </p:nvSpPr>
        <p:spPr>
          <a:xfrm>
            <a:off x="502920" y="3822192"/>
            <a:ext cx="25603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ACF0"/>
              </a:buClr>
              <a:buSzPts val="750"/>
              <a:buFont typeface="Calibri"/>
              <a:buNone/>
            </a:pPr>
            <a:r>
              <a:rPr lang="en-US" sz="750" b="1">
                <a:solidFill>
                  <a:srgbClr val="3AACF0"/>
                </a:solidFill>
                <a:latin typeface="Calibri"/>
                <a:ea typeface="Calibri"/>
                <a:cs typeface="Calibri"/>
                <a:sym typeface="Calibri"/>
              </a:rPr>
              <a:t>NAME</a:t>
            </a:r>
            <a:endParaRPr sz="750">
              <a:solidFill>
                <a:schemeClr val="dk1"/>
              </a:solidFill>
              <a:latin typeface="Calibri"/>
              <a:ea typeface="Calibri"/>
              <a:cs typeface="Calibri"/>
              <a:sym typeface="Calibri"/>
            </a:endParaRPr>
          </a:p>
        </p:txBody>
      </p:sp>
      <p:sp>
        <p:nvSpPr>
          <p:cNvPr id="376" name="Google Shape;376;p49"/>
          <p:cNvSpPr/>
          <p:nvPr/>
        </p:nvSpPr>
        <p:spPr>
          <a:xfrm>
            <a:off x="502920" y="4041648"/>
            <a:ext cx="256032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dirty="0" err="1" smtClean="0">
                <a:solidFill>
                  <a:srgbClr val="FFFFFF"/>
                </a:solidFill>
                <a:latin typeface="Calibri"/>
                <a:ea typeface="Calibri"/>
                <a:cs typeface="Calibri"/>
                <a:sym typeface="Calibri"/>
              </a:rPr>
              <a:t>Disha</a:t>
            </a:r>
            <a:r>
              <a:rPr lang="en-US" sz="1200" b="1" dirty="0" smtClean="0">
                <a:solidFill>
                  <a:srgbClr val="FFFFFF"/>
                </a:solidFill>
                <a:latin typeface="Calibri"/>
                <a:ea typeface="Calibri"/>
                <a:cs typeface="Calibri"/>
                <a:sym typeface="Calibri"/>
              </a:rPr>
              <a:t> </a:t>
            </a:r>
            <a:r>
              <a:rPr lang="en-US" sz="1200" b="1" dirty="0" err="1" smtClean="0">
                <a:solidFill>
                  <a:srgbClr val="FFFFFF"/>
                </a:solidFill>
                <a:latin typeface="Calibri"/>
                <a:ea typeface="Calibri"/>
                <a:cs typeface="Calibri"/>
                <a:sym typeface="Calibri"/>
              </a:rPr>
              <a:t>Mourya</a:t>
            </a:r>
            <a:endParaRPr sz="1200">
              <a:solidFill>
                <a:schemeClr val="dk1"/>
              </a:solidFill>
              <a:latin typeface="Calibri"/>
              <a:ea typeface="Calibri"/>
              <a:cs typeface="Calibri"/>
              <a:sym typeface="Calibri"/>
            </a:endParaRPr>
          </a:p>
        </p:txBody>
      </p:sp>
      <p:sp>
        <p:nvSpPr>
          <p:cNvPr id="377" name="Google Shape;377;p49"/>
          <p:cNvSpPr/>
          <p:nvPr/>
        </p:nvSpPr>
        <p:spPr>
          <a:xfrm>
            <a:off x="3108960" y="3822192"/>
            <a:ext cx="25603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ACF0"/>
              </a:buClr>
              <a:buSzPts val="750"/>
              <a:buFont typeface="Calibri"/>
              <a:buNone/>
            </a:pPr>
            <a:r>
              <a:rPr lang="en-US" sz="750" b="1">
                <a:solidFill>
                  <a:srgbClr val="3AACF0"/>
                </a:solidFill>
                <a:latin typeface="Calibri"/>
                <a:ea typeface="Calibri"/>
                <a:cs typeface="Calibri"/>
                <a:sym typeface="Calibri"/>
              </a:rPr>
              <a:t>COMPANY</a:t>
            </a:r>
            <a:endParaRPr sz="750">
              <a:solidFill>
                <a:schemeClr val="dk1"/>
              </a:solidFill>
              <a:latin typeface="Calibri"/>
              <a:ea typeface="Calibri"/>
              <a:cs typeface="Calibri"/>
              <a:sym typeface="Calibri"/>
            </a:endParaRPr>
          </a:p>
        </p:txBody>
      </p:sp>
      <p:sp>
        <p:nvSpPr>
          <p:cNvPr id="378" name="Google Shape;378;p49"/>
          <p:cNvSpPr/>
          <p:nvPr/>
        </p:nvSpPr>
        <p:spPr>
          <a:xfrm>
            <a:off x="3108960" y="4041648"/>
            <a:ext cx="256032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EduTech Solutions</a:t>
            </a:r>
            <a:endParaRPr sz="1200">
              <a:solidFill>
                <a:schemeClr val="dk1"/>
              </a:solidFill>
              <a:latin typeface="Calibri"/>
              <a:ea typeface="Calibri"/>
              <a:cs typeface="Calibri"/>
              <a:sym typeface="Calibri"/>
            </a:endParaRPr>
          </a:p>
        </p:txBody>
      </p:sp>
      <p:sp>
        <p:nvSpPr>
          <p:cNvPr id="379" name="Google Shape;379;p49"/>
          <p:cNvSpPr/>
          <p:nvPr/>
        </p:nvSpPr>
        <p:spPr>
          <a:xfrm>
            <a:off x="5760720" y="3822192"/>
            <a:ext cx="25603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ACF0"/>
              </a:buClr>
              <a:buSzPts val="750"/>
              <a:buFont typeface="Calibri"/>
              <a:buNone/>
            </a:pPr>
            <a:r>
              <a:rPr lang="en-US" sz="750" b="1">
                <a:solidFill>
                  <a:srgbClr val="3AACF0"/>
                </a:solidFill>
                <a:latin typeface="Calibri"/>
                <a:ea typeface="Calibri"/>
                <a:cs typeface="Calibri"/>
                <a:sym typeface="Calibri"/>
              </a:rPr>
              <a:t>DURATION</a:t>
            </a:r>
            <a:endParaRPr sz="750">
              <a:solidFill>
                <a:schemeClr val="dk1"/>
              </a:solidFill>
              <a:latin typeface="Calibri"/>
              <a:ea typeface="Calibri"/>
              <a:cs typeface="Calibri"/>
              <a:sym typeface="Calibri"/>
            </a:endParaRPr>
          </a:p>
        </p:txBody>
      </p:sp>
      <p:sp>
        <p:nvSpPr>
          <p:cNvPr id="380" name="Google Shape;380;p49"/>
          <p:cNvSpPr/>
          <p:nvPr/>
        </p:nvSpPr>
        <p:spPr>
          <a:xfrm>
            <a:off x="5760720" y="4041648"/>
            <a:ext cx="256032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dirty="0" smtClean="0">
                <a:solidFill>
                  <a:srgbClr val="FFFFFF"/>
                </a:solidFill>
                <a:latin typeface="Calibri"/>
                <a:ea typeface="Calibri"/>
                <a:cs typeface="Calibri"/>
                <a:sym typeface="Calibri"/>
              </a:rPr>
              <a:t>[04-6-2026 </a:t>
            </a:r>
            <a:r>
              <a:rPr lang="en-US" sz="1200" b="1" dirty="0">
                <a:solidFill>
                  <a:srgbClr val="FFFFFF"/>
                </a:solidFill>
                <a:latin typeface="Calibri"/>
                <a:ea typeface="Calibri"/>
                <a:cs typeface="Calibri"/>
                <a:sym typeface="Calibri"/>
              </a:rPr>
              <a:t>– </a:t>
            </a:r>
            <a:r>
              <a:rPr lang="en-US" sz="1200" b="1" dirty="0" smtClean="0">
                <a:solidFill>
                  <a:srgbClr val="FFFFFF"/>
                </a:solidFill>
                <a:latin typeface="Calibri"/>
                <a:ea typeface="Calibri"/>
                <a:cs typeface="Calibri"/>
                <a:sym typeface="Calibri"/>
              </a:rPr>
              <a:t>08-08-2026</a:t>
            </a:r>
            <a:r>
              <a:rPr lang="en-US" sz="1200" b="1" dirty="0">
                <a:solidFill>
                  <a:srgbClr val="FFFFFF"/>
                </a:solidFill>
                <a:latin typeface="Calibri"/>
                <a:ea typeface="Calibri"/>
                <a:cs typeface="Calibri"/>
                <a:sym typeface="Calibri"/>
              </a:rPr>
              <a:t>]</a:t>
            </a:r>
            <a:endParaRPr sz="12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cxnSp>
        <p:nvCxnSpPr>
          <p:cNvPr id="385" name="Google Shape;385;p50"/>
          <p:cNvCxnSpPr/>
          <p:nvPr/>
        </p:nvCxnSpPr>
        <p:spPr>
          <a:xfrm>
            <a:off x="283850" y="1467534"/>
            <a:ext cx="8573100" cy="0"/>
          </a:xfrm>
          <a:prstGeom prst="straightConnector1">
            <a:avLst/>
          </a:prstGeom>
          <a:noFill/>
          <a:ln w="9525" cap="flat" cmpd="sng">
            <a:solidFill>
              <a:schemeClr val="lt1"/>
            </a:solidFill>
            <a:prstDash val="solid"/>
            <a:round/>
            <a:headEnd type="none" w="med" len="med"/>
            <a:tailEnd type="none" w="med" len="med"/>
          </a:ln>
        </p:spPr>
      </p:cxnSp>
      <p:cxnSp>
        <p:nvCxnSpPr>
          <p:cNvPr id="386" name="Google Shape;386;p50"/>
          <p:cNvCxnSpPr/>
          <p:nvPr/>
        </p:nvCxnSpPr>
        <p:spPr>
          <a:xfrm>
            <a:off x="283850" y="829634"/>
            <a:ext cx="8573100" cy="0"/>
          </a:xfrm>
          <a:prstGeom prst="straightConnector1">
            <a:avLst/>
          </a:prstGeom>
          <a:noFill/>
          <a:ln w="9525" cap="flat" cmpd="sng">
            <a:solidFill>
              <a:schemeClr val="lt1"/>
            </a:solidFill>
            <a:prstDash val="solid"/>
            <a:round/>
            <a:headEnd type="none" w="med" len="med"/>
            <a:tailEnd type="none" w="med" len="med"/>
          </a:ln>
        </p:spPr>
      </p:cxnSp>
      <p:sp>
        <p:nvSpPr>
          <p:cNvPr id="387" name="Google Shape;387;p50"/>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a:t>
            </a:fld>
            <a:endParaRPr/>
          </a:p>
        </p:txBody>
      </p:sp>
      <p:sp>
        <p:nvSpPr>
          <p:cNvPr id="388" name="Google Shape;388;p50"/>
          <p:cNvSpPr txBox="1">
            <a:spLocks noGrp="1"/>
          </p:cNvSpPr>
          <p:nvPr>
            <p:ph type="title"/>
          </p:nvPr>
        </p:nvSpPr>
        <p:spPr>
          <a:xfrm>
            <a:off x="283850" y="224410"/>
            <a:ext cx="6683700" cy="1236900"/>
          </a:xfrm>
          <a:prstGeom prst="rect">
            <a:avLst/>
          </a:prstGeom>
        </p:spPr>
        <p:txBody>
          <a:bodyPr spcFirstLastPara="1" wrap="square" lIns="0" tIns="91425" rIns="91425" bIns="91425" anchor="t" anchorCtr="0">
            <a:noAutofit/>
          </a:bodyPr>
          <a:lstStyle/>
          <a:p>
            <a:pPr marL="0" lvl="0" indent="0" algn="l" rtl="0">
              <a:spcBef>
                <a:spcPts val="0"/>
              </a:spcBef>
              <a:spcAft>
                <a:spcPts val="0"/>
              </a:spcAft>
              <a:buClr>
                <a:schemeClr val="lt1"/>
              </a:buClr>
              <a:buSzPts val="1100"/>
              <a:buFont typeface="Arial"/>
              <a:buNone/>
            </a:pPr>
            <a:r>
              <a:rPr lang="en-US"/>
              <a:t>Project Timeline</a:t>
            </a:r>
            <a:endParaRPr/>
          </a:p>
          <a:p>
            <a:pPr marL="0" lvl="0" indent="0" algn="l" rtl="0">
              <a:spcBef>
                <a:spcPts val="0"/>
              </a:spcBef>
              <a:spcAft>
                <a:spcPts val="0"/>
              </a:spcAft>
              <a:buNone/>
            </a:pPr>
            <a:r>
              <a:rPr lang="en-US"/>
              <a:t>Presentation</a:t>
            </a:r>
            <a:endParaRPr/>
          </a:p>
        </p:txBody>
      </p:sp>
      <p:sp>
        <p:nvSpPr>
          <p:cNvPr id="391" name="Google Shape;391;p50"/>
          <p:cNvSpPr txBox="1">
            <a:spLocks noGrp="1"/>
          </p:cNvSpPr>
          <p:nvPr>
            <p:ph type="title" idx="4"/>
          </p:nvPr>
        </p:nvSpPr>
        <p:spPr>
          <a:xfrm>
            <a:off x="288624" y="4778974"/>
            <a:ext cx="4588176" cy="83100"/>
          </a:xfrm>
          <a:prstGeom prst="rect">
            <a:avLst/>
          </a:prstGeom>
        </p:spPr>
        <p:txBody>
          <a:bodyPr spcFirstLastPara="1" wrap="square" lIns="0" tIns="0" rIns="0" bIns="0" anchor="ctr" anchorCtr="0">
            <a:spAutoFit/>
          </a:bodyPr>
          <a:lstStyle/>
          <a:p>
            <a:pPr lvl="0"/>
            <a:r>
              <a:rPr lang="en-US" dirty="0" smtClean="0"/>
              <a:t>Developed as part of the Data Analytics Internship at </a:t>
            </a:r>
            <a:r>
              <a:rPr lang="en-US" dirty="0" err="1" smtClean="0"/>
              <a:t>EduTech</a:t>
            </a:r>
            <a:r>
              <a:rPr lang="en-US" dirty="0" smtClean="0"/>
              <a:t> Solutions using Tableau and the </a:t>
            </a:r>
            <a:r>
              <a:rPr lang="en-US" dirty="0" err="1" smtClean="0"/>
              <a:t>Olist</a:t>
            </a:r>
            <a:r>
              <a:rPr lang="en-US" dirty="0" smtClean="0"/>
              <a:t> E-Commerce Dataset.</a:t>
            </a:r>
            <a:endParaRPr/>
          </a:p>
        </p:txBody>
      </p:sp>
      <p:cxnSp>
        <p:nvCxnSpPr>
          <p:cNvPr id="392" name="Google Shape;392;p50"/>
          <p:cNvCxnSpPr/>
          <p:nvPr/>
        </p:nvCxnSpPr>
        <p:spPr>
          <a:xfrm>
            <a:off x="283850" y="4683734"/>
            <a:ext cx="8573100" cy="0"/>
          </a:xfrm>
          <a:prstGeom prst="straightConnector1">
            <a:avLst/>
          </a:prstGeom>
          <a:noFill/>
          <a:ln w="9525" cap="flat" cmpd="sng">
            <a:solidFill>
              <a:schemeClr val="lt1"/>
            </a:solidFill>
            <a:prstDash val="solid"/>
            <a:round/>
            <a:headEnd type="none" w="med" len="med"/>
            <a:tailEnd type="none" w="med" len="med"/>
          </a:ln>
        </p:spPr>
      </p:cxnSp>
      <p:sp>
        <p:nvSpPr>
          <p:cNvPr id="393" name="Google Shape;393;p50"/>
          <p:cNvSpPr txBox="1"/>
          <p:nvPr/>
        </p:nvSpPr>
        <p:spPr>
          <a:xfrm>
            <a:off x="283850" y="1796163"/>
            <a:ext cx="8206200" cy="2552700"/>
          </a:xfrm>
          <a:prstGeom prst="rect">
            <a:avLst/>
          </a:prstGeom>
          <a:noFill/>
          <a:ln>
            <a:noFill/>
          </a:ln>
        </p:spPr>
        <p:txBody>
          <a:bodyPr spcFirstLastPara="1" wrap="square" lIns="91425" tIns="91425" rIns="91425" bIns="91425" anchor="t" anchorCtr="0">
            <a:noAutofit/>
          </a:bodyPr>
          <a:lstStyle/>
          <a:p>
            <a:pPr>
              <a:buClr>
                <a:schemeClr val="lt1"/>
              </a:buClr>
              <a:buSzPts val="1100"/>
            </a:pPr>
            <a:r>
              <a:rPr lang="en-US" sz="2300" dirty="0">
                <a:solidFill>
                  <a:schemeClr val="lt1"/>
                </a:solidFill>
              </a:rPr>
              <a:t>Week 1 → </a:t>
            </a:r>
            <a:r>
              <a:rPr lang="en-US" sz="2300" dirty="0" smtClean="0">
                <a:solidFill>
                  <a:schemeClr val="lt1"/>
                </a:solidFill>
              </a:rPr>
              <a:t>Dataset Collection &amp; Data Understanding</a:t>
            </a:r>
          </a:p>
          <a:p>
            <a:pPr>
              <a:buClr>
                <a:schemeClr val="lt1"/>
              </a:buClr>
              <a:buSzPts val="1100"/>
            </a:pPr>
            <a:r>
              <a:rPr lang="en-US" sz="2300" dirty="0" smtClean="0">
                <a:solidFill>
                  <a:schemeClr val="lt1"/>
                </a:solidFill>
              </a:rPr>
              <a:t>Week </a:t>
            </a:r>
            <a:r>
              <a:rPr lang="en-US" sz="2300" dirty="0">
                <a:solidFill>
                  <a:schemeClr val="lt1"/>
                </a:solidFill>
              </a:rPr>
              <a:t>2 → </a:t>
            </a:r>
            <a:r>
              <a:rPr lang="en-US" sz="2300" dirty="0" smtClean="0">
                <a:solidFill>
                  <a:schemeClr val="lt1"/>
                </a:solidFill>
              </a:rPr>
              <a:t>Data Cleaning &amp; Relationship Creation</a:t>
            </a:r>
            <a:endParaRPr sz="2300">
              <a:solidFill>
                <a:schemeClr val="lt1"/>
              </a:solidFill>
            </a:endParaRPr>
          </a:p>
          <a:p>
            <a:pPr>
              <a:buClr>
                <a:schemeClr val="lt1"/>
              </a:buClr>
              <a:buSzPts val="1100"/>
            </a:pPr>
            <a:r>
              <a:rPr lang="en-US" sz="2300" dirty="0">
                <a:solidFill>
                  <a:schemeClr val="lt1"/>
                </a:solidFill>
              </a:rPr>
              <a:t>Week 3 → </a:t>
            </a:r>
            <a:r>
              <a:rPr lang="en-US" sz="2300" dirty="0" smtClean="0">
                <a:solidFill>
                  <a:schemeClr val="lt1"/>
                </a:solidFill>
              </a:rPr>
              <a:t>Dashboard Development &amp; KPI Creation</a:t>
            </a:r>
            <a:endParaRPr sz="2300">
              <a:solidFill>
                <a:schemeClr val="lt1"/>
              </a:solidFill>
            </a:endParaRPr>
          </a:p>
          <a:p>
            <a:pPr>
              <a:buClr>
                <a:schemeClr val="lt1"/>
              </a:buClr>
              <a:buSzPts val="1100"/>
            </a:pPr>
            <a:r>
              <a:rPr lang="en-US" sz="2300" dirty="0">
                <a:solidFill>
                  <a:schemeClr val="lt1"/>
                </a:solidFill>
              </a:rPr>
              <a:t>Week 4 → </a:t>
            </a:r>
            <a:r>
              <a:rPr lang="en-US" sz="2300" dirty="0" smtClean="0">
                <a:solidFill>
                  <a:schemeClr val="lt1"/>
                </a:solidFill>
              </a:rPr>
              <a:t>Dashboard Testing, Documentation &amp; Submission</a:t>
            </a:r>
            <a:endParaRPr sz="3300">
              <a:solidFill>
                <a:schemeClr val="lt1"/>
              </a:solidFill>
              <a:latin typeface="Inter"/>
              <a:ea typeface="Inter"/>
              <a:cs typeface="Inter"/>
              <a:sym typeface="Inter"/>
            </a:endParaRPr>
          </a:p>
          <a:p>
            <a:pPr marL="0" lvl="0" indent="0" algn="l" rtl="0">
              <a:spcBef>
                <a:spcPts val="0"/>
              </a:spcBef>
              <a:spcAft>
                <a:spcPts val="0"/>
              </a:spcAft>
              <a:buNone/>
            </a:pPr>
            <a:endParaRPr sz="1200">
              <a:solidFill>
                <a:schemeClr val="lt1"/>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51"/>
          <p:cNvSpPr/>
          <p:nvPr/>
        </p:nvSpPr>
        <p:spPr>
          <a:xfrm>
            <a:off x="283883" y="795407"/>
            <a:ext cx="519000" cy="262800"/>
          </a:xfrm>
          <a:prstGeom prst="ellipse">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974">
                <a:solidFill>
                  <a:schemeClr val="dk1"/>
                </a:solidFill>
                <a:latin typeface="Inter"/>
                <a:ea typeface="Inter"/>
                <a:cs typeface="Inter"/>
                <a:sym typeface="Inter"/>
              </a:rPr>
              <a:t>01</a:t>
            </a:r>
            <a:endParaRPr sz="974">
              <a:solidFill>
                <a:schemeClr val="dk1"/>
              </a:solidFill>
              <a:latin typeface="Inter"/>
              <a:ea typeface="Inter"/>
              <a:cs typeface="Inter"/>
              <a:sym typeface="Inter"/>
            </a:endParaRPr>
          </a:p>
        </p:txBody>
      </p:sp>
      <p:cxnSp>
        <p:nvCxnSpPr>
          <p:cNvPr id="399" name="Google Shape;399;p51"/>
          <p:cNvCxnSpPr/>
          <p:nvPr/>
        </p:nvCxnSpPr>
        <p:spPr>
          <a:xfrm>
            <a:off x="283850" y="1115256"/>
            <a:ext cx="8161800" cy="0"/>
          </a:xfrm>
          <a:prstGeom prst="straightConnector1">
            <a:avLst/>
          </a:prstGeom>
          <a:noFill/>
          <a:ln w="9525" cap="flat" cmpd="sng">
            <a:solidFill>
              <a:schemeClr val="dk1"/>
            </a:solidFill>
            <a:prstDash val="solid"/>
            <a:round/>
            <a:headEnd type="none" w="med" len="med"/>
            <a:tailEnd type="none" w="med" len="med"/>
          </a:ln>
        </p:spPr>
      </p:cxnSp>
      <p:cxnSp>
        <p:nvCxnSpPr>
          <p:cNvPr id="400" name="Google Shape;400;p51"/>
          <p:cNvCxnSpPr/>
          <p:nvPr/>
        </p:nvCxnSpPr>
        <p:spPr>
          <a:xfrm>
            <a:off x="283850" y="738275"/>
            <a:ext cx="8161800" cy="0"/>
          </a:xfrm>
          <a:prstGeom prst="straightConnector1">
            <a:avLst/>
          </a:prstGeom>
          <a:noFill/>
          <a:ln w="9525" cap="flat" cmpd="sng">
            <a:solidFill>
              <a:schemeClr val="dk1"/>
            </a:solidFill>
            <a:prstDash val="solid"/>
            <a:round/>
            <a:headEnd type="none" w="med" len="med"/>
            <a:tailEnd type="none" w="med" len="med"/>
          </a:ln>
        </p:spPr>
      </p:cxnSp>
      <p:cxnSp>
        <p:nvCxnSpPr>
          <p:cNvPr id="401" name="Google Shape;401;p51"/>
          <p:cNvCxnSpPr/>
          <p:nvPr/>
        </p:nvCxnSpPr>
        <p:spPr>
          <a:xfrm>
            <a:off x="283850" y="1869217"/>
            <a:ext cx="8161800" cy="0"/>
          </a:xfrm>
          <a:prstGeom prst="straightConnector1">
            <a:avLst/>
          </a:prstGeom>
          <a:noFill/>
          <a:ln w="9525" cap="flat" cmpd="sng">
            <a:solidFill>
              <a:schemeClr val="dk1"/>
            </a:solidFill>
            <a:prstDash val="solid"/>
            <a:round/>
            <a:headEnd type="none" w="med" len="med"/>
            <a:tailEnd type="none" w="med" len="med"/>
          </a:ln>
        </p:spPr>
      </p:cxnSp>
      <p:cxnSp>
        <p:nvCxnSpPr>
          <p:cNvPr id="402" name="Google Shape;402;p51"/>
          <p:cNvCxnSpPr/>
          <p:nvPr/>
        </p:nvCxnSpPr>
        <p:spPr>
          <a:xfrm>
            <a:off x="283850" y="1492236"/>
            <a:ext cx="8161800" cy="0"/>
          </a:xfrm>
          <a:prstGeom prst="straightConnector1">
            <a:avLst/>
          </a:prstGeom>
          <a:noFill/>
          <a:ln w="9525" cap="flat" cmpd="sng">
            <a:solidFill>
              <a:schemeClr val="dk1"/>
            </a:solidFill>
            <a:prstDash val="solid"/>
            <a:round/>
            <a:headEnd type="none" w="med" len="med"/>
            <a:tailEnd type="none" w="med" len="med"/>
          </a:ln>
        </p:spPr>
      </p:cxnSp>
      <p:sp>
        <p:nvSpPr>
          <p:cNvPr id="403" name="Google Shape;403;p51"/>
          <p:cNvSpPr/>
          <p:nvPr/>
        </p:nvSpPr>
        <p:spPr>
          <a:xfrm>
            <a:off x="283883" y="1172383"/>
            <a:ext cx="519000" cy="262800"/>
          </a:xfrm>
          <a:prstGeom prst="ellipse">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974">
                <a:solidFill>
                  <a:schemeClr val="dk1"/>
                </a:solidFill>
                <a:latin typeface="Inter"/>
                <a:ea typeface="Inter"/>
                <a:cs typeface="Inter"/>
                <a:sym typeface="Inter"/>
              </a:rPr>
              <a:t>02</a:t>
            </a:r>
            <a:endParaRPr sz="974">
              <a:solidFill>
                <a:schemeClr val="dk1"/>
              </a:solidFill>
              <a:latin typeface="Inter"/>
              <a:ea typeface="Inter"/>
              <a:cs typeface="Inter"/>
              <a:sym typeface="Inter"/>
            </a:endParaRPr>
          </a:p>
        </p:txBody>
      </p:sp>
      <p:sp>
        <p:nvSpPr>
          <p:cNvPr id="404" name="Google Shape;404;p51"/>
          <p:cNvSpPr/>
          <p:nvPr/>
        </p:nvSpPr>
        <p:spPr>
          <a:xfrm>
            <a:off x="283883" y="1549371"/>
            <a:ext cx="519000" cy="262800"/>
          </a:xfrm>
          <a:prstGeom prst="ellipse">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974">
                <a:solidFill>
                  <a:schemeClr val="dk1"/>
                </a:solidFill>
                <a:latin typeface="Inter"/>
                <a:ea typeface="Inter"/>
                <a:cs typeface="Inter"/>
                <a:sym typeface="Inter"/>
              </a:rPr>
              <a:t>03</a:t>
            </a:r>
            <a:endParaRPr sz="974">
              <a:solidFill>
                <a:schemeClr val="dk1"/>
              </a:solidFill>
              <a:latin typeface="Inter"/>
              <a:ea typeface="Inter"/>
              <a:cs typeface="Inter"/>
              <a:sym typeface="Inter"/>
            </a:endParaRPr>
          </a:p>
        </p:txBody>
      </p:sp>
      <p:sp>
        <p:nvSpPr>
          <p:cNvPr id="405" name="Google Shape;405;p51"/>
          <p:cNvSpPr/>
          <p:nvPr/>
        </p:nvSpPr>
        <p:spPr>
          <a:xfrm>
            <a:off x="283883" y="1926347"/>
            <a:ext cx="519000" cy="262800"/>
          </a:xfrm>
          <a:prstGeom prst="ellipse">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974">
                <a:solidFill>
                  <a:schemeClr val="dk1"/>
                </a:solidFill>
                <a:latin typeface="Inter"/>
                <a:ea typeface="Inter"/>
                <a:cs typeface="Inter"/>
                <a:sym typeface="Inter"/>
              </a:rPr>
              <a:t>04</a:t>
            </a:r>
            <a:endParaRPr sz="974">
              <a:solidFill>
                <a:schemeClr val="dk1"/>
              </a:solidFill>
              <a:latin typeface="Inter"/>
              <a:ea typeface="Inter"/>
              <a:cs typeface="Inter"/>
              <a:sym typeface="Inter"/>
            </a:endParaRPr>
          </a:p>
        </p:txBody>
      </p:sp>
      <p:sp>
        <p:nvSpPr>
          <p:cNvPr id="406" name="Google Shape;406;p51"/>
          <p:cNvSpPr txBox="1">
            <a:spLocks noGrp="1"/>
          </p:cNvSpPr>
          <p:nvPr>
            <p:ph type="title"/>
          </p:nvPr>
        </p:nvSpPr>
        <p:spPr>
          <a:xfrm>
            <a:off x="283850" y="285900"/>
            <a:ext cx="4227600" cy="1938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a:t>Contents</a:t>
            </a:r>
            <a:endParaRPr/>
          </a:p>
        </p:txBody>
      </p:sp>
      <p:sp>
        <p:nvSpPr>
          <p:cNvPr id="410" name="Google Shape;410;p51"/>
          <p:cNvSpPr txBox="1">
            <a:spLocks noGrp="1"/>
          </p:cNvSpPr>
          <p:nvPr>
            <p:ph type="subTitle" idx="1"/>
          </p:nvPr>
        </p:nvSpPr>
        <p:spPr>
          <a:xfrm>
            <a:off x="1084710" y="1119135"/>
            <a:ext cx="5292300" cy="372900"/>
          </a:xfrm>
          <a:prstGeom prst="rect">
            <a:avLst/>
          </a:prstGeom>
        </p:spPr>
        <p:txBody>
          <a:bodyPr spcFirstLastPara="1" wrap="square" lIns="49500" tIns="49500" rIns="49500" bIns="49500" anchor="ctr" anchorCtr="0">
            <a:noAutofit/>
          </a:bodyPr>
          <a:lstStyle/>
          <a:p>
            <a:pPr marL="0" lvl="0" indent="0" algn="l" rtl="0">
              <a:spcBef>
                <a:spcPts val="0"/>
              </a:spcBef>
              <a:spcAft>
                <a:spcPts val="0"/>
              </a:spcAft>
              <a:buNone/>
            </a:pPr>
            <a:r>
              <a:rPr lang="en-US" sz="1949" dirty="0" smtClean="0"/>
              <a:t>Company Overview </a:t>
            </a:r>
            <a:endParaRPr sz="1949"/>
          </a:p>
        </p:txBody>
      </p:sp>
      <p:sp>
        <p:nvSpPr>
          <p:cNvPr id="411" name="Google Shape;411;p51"/>
          <p:cNvSpPr txBox="1">
            <a:spLocks noGrp="1"/>
          </p:cNvSpPr>
          <p:nvPr>
            <p:ph type="subTitle" idx="4"/>
          </p:nvPr>
        </p:nvSpPr>
        <p:spPr>
          <a:xfrm flipH="1">
            <a:off x="6489043" y="1119135"/>
            <a:ext cx="1956300" cy="372900"/>
          </a:xfrm>
          <a:prstGeom prst="rect">
            <a:avLst/>
          </a:prstGeom>
        </p:spPr>
        <p:txBody>
          <a:bodyPr spcFirstLastPara="1" wrap="square" lIns="49500" tIns="49500" rIns="49500" bIns="49500" anchor="ctr" anchorCtr="0">
            <a:noAutofit/>
          </a:bodyPr>
          <a:lstStyle/>
          <a:p>
            <a:pPr marL="0" lvl="0" indent="0" algn="r" rtl="0">
              <a:spcBef>
                <a:spcPts val="0"/>
              </a:spcBef>
              <a:spcAft>
                <a:spcPts val="0"/>
              </a:spcAft>
              <a:buNone/>
            </a:pPr>
            <a:r>
              <a:rPr lang="en-US" sz="758" dirty="0"/>
              <a:t>Slide </a:t>
            </a:r>
            <a:r>
              <a:rPr lang="en-US" sz="758" dirty="0" smtClean="0"/>
              <a:t>05</a:t>
            </a:r>
            <a:endParaRPr sz="758"/>
          </a:p>
        </p:txBody>
      </p:sp>
      <p:sp>
        <p:nvSpPr>
          <p:cNvPr id="412" name="Google Shape;412;p51"/>
          <p:cNvSpPr txBox="1">
            <a:spLocks noGrp="1"/>
          </p:cNvSpPr>
          <p:nvPr>
            <p:ph type="subTitle" idx="5"/>
          </p:nvPr>
        </p:nvSpPr>
        <p:spPr>
          <a:xfrm>
            <a:off x="1084710" y="738283"/>
            <a:ext cx="5292300" cy="372900"/>
          </a:xfrm>
          <a:prstGeom prst="rect">
            <a:avLst/>
          </a:prstGeom>
        </p:spPr>
        <p:txBody>
          <a:bodyPr spcFirstLastPara="1" wrap="square" lIns="49500" tIns="49500" rIns="49500" bIns="49500" anchor="ctr" anchorCtr="0">
            <a:noAutofit/>
          </a:bodyPr>
          <a:lstStyle/>
          <a:p>
            <a:pPr marL="0" lvl="0" indent="0" algn="l" rtl="0">
              <a:spcBef>
                <a:spcPts val="0"/>
              </a:spcBef>
              <a:spcAft>
                <a:spcPts val="0"/>
              </a:spcAft>
              <a:buNone/>
            </a:pPr>
            <a:r>
              <a:rPr lang="en-US" sz="1949" dirty="0" smtClean="0"/>
              <a:t>Introduction </a:t>
            </a:r>
            <a:endParaRPr sz="1949"/>
          </a:p>
        </p:txBody>
      </p:sp>
      <p:sp>
        <p:nvSpPr>
          <p:cNvPr id="413" name="Google Shape;413;p51"/>
          <p:cNvSpPr txBox="1">
            <a:spLocks noGrp="1"/>
          </p:cNvSpPr>
          <p:nvPr>
            <p:ph type="subTitle" idx="6"/>
          </p:nvPr>
        </p:nvSpPr>
        <p:spPr>
          <a:xfrm flipH="1">
            <a:off x="6489043" y="738283"/>
            <a:ext cx="1956300" cy="372900"/>
          </a:xfrm>
          <a:prstGeom prst="rect">
            <a:avLst/>
          </a:prstGeom>
        </p:spPr>
        <p:txBody>
          <a:bodyPr spcFirstLastPara="1" wrap="square" lIns="49500" tIns="49500" rIns="49500" bIns="49500" anchor="ctr" anchorCtr="0">
            <a:noAutofit/>
          </a:bodyPr>
          <a:lstStyle/>
          <a:p>
            <a:pPr marL="0" lvl="0" indent="0" algn="r" rtl="0">
              <a:spcBef>
                <a:spcPts val="0"/>
              </a:spcBef>
              <a:spcAft>
                <a:spcPts val="0"/>
              </a:spcAft>
              <a:buNone/>
            </a:pPr>
            <a:r>
              <a:rPr lang="en-US" sz="758" dirty="0"/>
              <a:t>Slide </a:t>
            </a:r>
            <a:r>
              <a:rPr lang="en-US" sz="758" dirty="0" smtClean="0"/>
              <a:t>04</a:t>
            </a:r>
            <a:endParaRPr sz="758"/>
          </a:p>
        </p:txBody>
      </p:sp>
      <p:sp>
        <p:nvSpPr>
          <p:cNvPr id="414" name="Google Shape;414;p51"/>
          <p:cNvSpPr txBox="1">
            <a:spLocks noGrp="1"/>
          </p:cNvSpPr>
          <p:nvPr>
            <p:ph type="subTitle" idx="7"/>
          </p:nvPr>
        </p:nvSpPr>
        <p:spPr>
          <a:xfrm>
            <a:off x="1084710" y="1494182"/>
            <a:ext cx="5292300" cy="372900"/>
          </a:xfrm>
          <a:prstGeom prst="rect">
            <a:avLst/>
          </a:prstGeom>
        </p:spPr>
        <p:txBody>
          <a:bodyPr spcFirstLastPara="1" wrap="square" lIns="49500" tIns="49500" rIns="49500" bIns="49500" anchor="ctr" anchorCtr="0">
            <a:noAutofit/>
          </a:bodyPr>
          <a:lstStyle/>
          <a:p>
            <a:pPr marL="0" lvl="0" indent="0" algn="l" rtl="0">
              <a:spcBef>
                <a:spcPts val="0"/>
              </a:spcBef>
              <a:spcAft>
                <a:spcPts val="0"/>
              </a:spcAft>
              <a:buNone/>
            </a:pPr>
            <a:r>
              <a:rPr lang="en-US" sz="1949"/>
              <a:t>Objectives </a:t>
            </a:r>
            <a:endParaRPr sz="1949"/>
          </a:p>
        </p:txBody>
      </p:sp>
      <p:sp>
        <p:nvSpPr>
          <p:cNvPr id="415" name="Google Shape;415;p51"/>
          <p:cNvSpPr txBox="1">
            <a:spLocks noGrp="1"/>
          </p:cNvSpPr>
          <p:nvPr>
            <p:ph type="subTitle" idx="8"/>
          </p:nvPr>
        </p:nvSpPr>
        <p:spPr>
          <a:xfrm flipH="1">
            <a:off x="6489043" y="1494182"/>
            <a:ext cx="1956300" cy="372900"/>
          </a:xfrm>
          <a:prstGeom prst="rect">
            <a:avLst/>
          </a:prstGeom>
        </p:spPr>
        <p:txBody>
          <a:bodyPr spcFirstLastPara="1" wrap="square" lIns="49500" tIns="49500" rIns="49500" bIns="49500" anchor="ctr" anchorCtr="0">
            <a:noAutofit/>
          </a:bodyPr>
          <a:lstStyle/>
          <a:p>
            <a:pPr marL="0" lvl="0" indent="0" algn="r" rtl="0">
              <a:spcBef>
                <a:spcPts val="0"/>
              </a:spcBef>
              <a:spcAft>
                <a:spcPts val="0"/>
              </a:spcAft>
              <a:buNone/>
            </a:pPr>
            <a:r>
              <a:rPr lang="en-US" sz="758" dirty="0"/>
              <a:t>Slide </a:t>
            </a:r>
            <a:r>
              <a:rPr lang="en-US" sz="758" dirty="0" smtClean="0"/>
              <a:t>06</a:t>
            </a:r>
            <a:endParaRPr sz="758"/>
          </a:p>
        </p:txBody>
      </p:sp>
      <p:sp>
        <p:nvSpPr>
          <p:cNvPr id="416" name="Google Shape;416;p51"/>
          <p:cNvSpPr txBox="1">
            <a:spLocks noGrp="1"/>
          </p:cNvSpPr>
          <p:nvPr>
            <p:ph type="subTitle" idx="9"/>
          </p:nvPr>
        </p:nvSpPr>
        <p:spPr>
          <a:xfrm>
            <a:off x="1084710" y="1870188"/>
            <a:ext cx="5292300" cy="372900"/>
          </a:xfrm>
          <a:prstGeom prst="rect">
            <a:avLst/>
          </a:prstGeom>
        </p:spPr>
        <p:txBody>
          <a:bodyPr spcFirstLastPara="1" wrap="square" lIns="49500" tIns="49500" rIns="49500" bIns="49500" anchor="ctr" anchorCtr="0">
            <a:noAutofit/>
          </a:bodyPr>
          <a:lstStyle/>
          <a:p>
            <a:pPr marL="0" lvl="0" indent="0" algn="l" rtl="0">
              <a:spcBef>
                <a:spcPts val="0"/>
              </a:spcBef>
              <a:spcAft>
                <a:spcPts val="0"/>
              </a:spcAft>
              <a:buNone/>
            </a:pPr>
            <a:r>
              <a:rPr lang="en-US" sz="1949"/>
              <a:t>Project Overview </a:t>
            </a:r>
            <a:endParaRPr sz="1949"/>
          </a:p>
        </p:txBody>
      </p:sp>
      <p:sp>
        <p:nvSpPr>
          <p:cNvPr id="417" name="Google Shape;417;p51"/>
          <p:cNvSpPr txBox="1">
            <a:spLocks noGrp="1"/>
          </p:cNvSpPr>
          <p:nvPr>
            <p:ph type="subTitle" idx="13"/>
          </p:nvPr>
        </p:nvSpPr>
        <p:spPr>
          <a:xfrm flipH="1">
            <a:off x="6489043" y="1870188"/>
            <a:ext cx="1956300" cy="372900"/>
          </a:xfrm>
          <a:prstGeom prst="rect">
            <a:avLst/>
          </a:prstGeom>
        </p:spPr>
        <p:txBody>
          <a:bodyPr spcFirstLastPara="1" wrap="square" lIns="49500" tIns="49500" rIns="49500" bIns="49500" anchor="ctr" anchorCtr="0">
            <a:noAutofit/>
          </a:bodyPr>
          <a:lstStyle/>
          <a:p>
            <a:pPr marL="0" lvl="0" indent="0" algn="r" rtl="0">
              <a:spcBef>
                <a:spcPts val="0"/>
              </a:spcBef>
              <a:spcAft>
                <a:spcPts val="0"/>
              </a:spcAft>
              <a:buNone/>
            </a:pPr>
            <a:r>
              <a:rPr lang="en-US" sz="758" dirty="0"/>
              <a:t>Slide </a:t>
            </a:r>
            <a:r>
              <a:rPr lang="en-US" sz="758" dirty="0" smtClean="0"/>
              <a:t>07</a:t>
            </a:r>
            <a:endParaRPr sz="758"/>
          </a:p>
        </p:txBody>
      </p:sp>
      <p:cxnSp>
        <p:nvCxnSpPr>
          <p:cNvPr id="418" name="Google Shape;418;p51"/>
          <p:cNvCxnSpPr/>
          <p:nvPr/>
        </p:nvCxnSpPr>
        <p:spPr>
          <a:xfrm>
            <a:off x="283850" y="2246197"/>
            <a:ext cx="8161800" cy="0"/>
          </a:xfrm>
          <a:prstGeom prst="straightConnector1">
            <a:avLst/>
          </a:prstGeom>
          <a:noFill/>
          <a:ln w="9525" cap="flat" cmpd="sng">
            <a:solidFill>
              <a:schemeClr val="dk1"/>
            </a:solidFill>
            <a:prstDash val="solid"/>
            <a:round/>
            <a:headEnd type="none" w="med" len="med"/>
            <a:tailEnd type="none" w="med" len="med"/>
          </a:ln>
        </p:spPr>
      </p:cxnSp>
      <p:cxnSp>
        <p:nvCxnSpPr>
          <p:cNvPr id="419" name="Google Shape;419;p51"/>
          <p:cNvCxnSpPr/>
          <p:nvPr/>
        </p:nvCxnSpPr>
        <p:spPr>
          <a:xfrm>
            <a:off x="283850" y="2678123"/>
            <a:ext cx="8161800" cy="0"/>
          </a:xfrm>
          <a:prstGeom prst="straightConnector1">
            <a:avLst/>
          </a:prstGeom>
          <a:noFill/>
          <a:ln w="9525" cap="flat" cmpd="sng">
            <a:solidFill>
              <a:schemeClr val="dk1"/>
            </a:solidFill>
            <a:prstDash val="solid"/>
            <a:round/>
            <a:headEnd type="none" w="med" len="med"/>
            <a:tailEnd type="none" w="med" len="med"/>
          </a:ln>
        </p:spPr>
      </p:cxnSp>
      <p:sp>
        <p:nvSpPr>
          <p:cNvPr id="420" name="Google Shape;420;p51"/>
          <p:cNvSpPr/>
          <p:nvPr/>
        </p:nvSpPr>
        <p:spPr>
          <a:xfrm>
            <a:off x="283883" y="2358277"/>
            <a:ext cx="519000" cy="262800"/>
          </a:xfrm>
          <a:prstGeom prst="ellipse">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974">
                <a:solidFill>
                  <a:schemeClr val="dk1"/>
                </a:solidFill>
                <a:latin typeface="Inter"/>
                <a:ea typeface="Inter"/>
                <a:cs typeface="Inter"/>
                <a:sym typeface="Inter"/>
              </a:rPr>
              <a:t>05</a:t>
            </a:r>
            <a:endParaRPr sz="974">
              <a:solidFill>
                <a:schemeClr val="dk1"/>
              </a:solidFill>
              <a:latin typeface="Inter"/>
              <a:ea typeface="Inter"/>
              <a:cs typeface="Inter"/>
              <a:sym typeface="Inter"/>
            </a:endParaRPr>
          </a:p>
        </p:txBody>
      </p:sp>
      <p:sp>
        <p:nvSpPr>
          <p:cNvPr id="421" name="Google Shape;421;p51"/>
          <p:cNvSpPr/>
          <p:nvPr/>
        </p:nvSpPr>
        <p:spPr>
          <a:xfrm>
            <a:off x="283883" y="2735253"/>
            <a:ext cx="519000" cy="262800"/>
          </a:xfrm>
          <a:prstGeom prst="ellipse">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974">
                <a:solidFill>
                  <a:schemeClr val="dk1"/>
                </a:solidFill>
                <a:latin typeface="Inter"/>
                <a:ea typeface="Inter"/>
                <a:cs typeface="Inter"/>
                <a:sym typeface="Inter"/>
              </a:rPr>
              <a:t>06</a:t>
            </a:r>
            <a:endParaRPr sz="974">
              <a:solidFill>
                <a:schemeClr val="dk1"/>
              </a:solidFill>
              <a:latin typeface="Inter"/>
              <a:ea typeface="Inter"/>
              <a:cs typeface="Inter"/>
              <a:sym typeface="Inter"/>
            </a:endParaRPr>
          </a:p>
        </p:txBody>
      </p:sp>
      <p:sp>
        <p:nvSpPr>
          <p:cNvPr id="425" name="Google Shape;425;p51"/>
          <p:cNvSpPr txBox="1">
            <a:spLocks noGrp="1"/>
          </p:cNvSpPr>
          <p:nvPr>
            <p:ph type="subTitle" idx="7"/>
          </p:nvPr>
        </p:nvSpPr>
        <p:spPr>
          <a:xfrm>
            <a:off x="1084710" y="2303088"/>
            <a:ext cx="2191890" cy="372900"/>
          </a:xfrm>
          <a:prstGeom prst="rect">
            <a:avLst/>
          </a:prstGeom>
        </p:spPr>
        <p:txBody>
          <a:bodyPr spcFirstLastPara="1" wrap="square" lIns="49500" tIns="49500" rIns="49500" bIns="49500" anchor="ctr" anchorCtr="0">
            <a:noAutofit/>
          </a:bodyPr>
          <a:lstStyle/>
          <a:p>
            <a:pPr marL="0" lvl="0" indent="0" algn="l" rtl="0">
              <a:spcBef>
                <a:spcPts val="0"/>
              </a:spcBef>
              <a:spcAft>
                <a:spcPts val="0"/>
              </a:spcAft>
              <a:buNone/>
            </a:pPr>
            <a:r>
              <a:rPr lang="en-US" sz="1949" dirty="0"/>
              <a:t>Methodology </a:t>
            </a:r>
            <a:endParaRPr sz="1949"/>
          </a:p>
        </p:txBody>
      </p:sp>
      <p:sp>
        <p:nvSpPr>
          <p:cNvPr id="426" name="Google Shape;426;p51"/>
          <p:cNvSpPr txBox="1">
            <a:spLocks noGrp="1"/>
          </p:cNvSpPr>
          <p:nvPr>
            <p:ph type="subTitle" idx="8"/>
          </p:nvPr>
        </p:nvSpPr>
        <p:spPr>
          <a:xfrm flipH="1">
            <a:off x="6477000" y="2266950"/>
            <a:ext cx="1956300" cy="372900"/>
          </a:xfrm>
          <a:prstGeom prst="rect">
            <a:avLst/>
          </a:prstGeom>
        </p:spPr>
        <p:txBody>
          <a:bodyPr spcFirstLastPara="1" wrap="square" lIns="49500" tIns="49500" rIns="49500" bIns="49500" anchor="ctr" anchorCtr="0">
            <a:noAutofit/>
          </a:bodyPr>
          <a:lstStyle/>
          <a:p>
            <a:pPr marL="0" lvl="0" indent="0" algn="r" rtl="0">
              <a:spcBef>
                <a:spcPts val="0"/>
              </a:spcBef>
              <a:spcAft>
                <a:spcPts val="0"/>
              </a:spcAft>
              <a:buNone/>
            </a:pPr>
            <a:r>
              <a:rPr lang="en-US" sz="758" dirty="0"/>
              <a:t>Slide </a:t>
            </a:r>
            <a:r>
              <a:rPr lang="en-US" sz="758" dirty="0" smtClean="0"/>
              <a:t>08</a:t>
            </a:r>
            <a:endParaRPr sz="758"/>
          </a:p>
        </p:txBody>
      </p:sp>
      <p:sp>
        <p:nvSpPr>
          <p:cNvPr id="427" name="Google Shape;427;p51"/>
          <p:cNvSpPr txBox="1">
            <a:spLocks noGrp="1"/>
          </p:cNvSpPr>
          <p:nvPr>
            <p:ph type="subTitle" idx="9"/>
          </p:nvPr>
        </p:nvSpPr>
        <p:spPr>
          <a:xfrm>
            <a:off x="1084710" y="2679099"/>
            <a:ext cx="5292300" cy="313800"/>
          </a:xfrm>
          <a:prstGeom prst="rect">
            <a:avLst/>
          </a:prstGeom>
        </p:spPr>
        <p:txBody>
          <a:bodyPr spcFirstLastPara="1" wrap="square" lIns="49500" tIns="49500" rIns="49500" bIns="49500" anchor="ctr" anchorCtr="0">
            <a:noAutofit/>
          </a:bodyPr>
          <a:lstStyle/>
          <a:p>
            <a:pPr marL="0" lvl="0" indent="0" algn="l" rtl="0">
              <a:spcBef>
                <a:spcPts val="0"/>
              </a:spcBef>
              <a:spcAft>
                <a:spcPts val="0"/>
              </a:spcAft>
              <a:buNone/>
            </a:pPr>
            <a:r>
              <a:rPr lang="en-US" sz="1949"/>
              <a:t>Tools &amp; Technologies </a:t>
            </a:r>
            <a:endParaRPr sz="1949"/>
          </a:p>
        </p:txBody>
      </p:sp>
      <p:sp>
        <p:nvSpPr>
          <p:cNvPr id="428" name="Google Shape;428;p51"/>
          <p:cNvSpPr txBox="1">
            <a:spLocks noGrp="1"/>
          </p:cNvSpPr>
          <p:nvPr>
            <p:ph type="subTitle" idx="13"/>
          </p:nvPr>
        </p:nvSpPr>
        <p:spPr>
          <a:xfrm flipH="1">
            <a:off x="6489043" y="2679099"/>
            <a:ext cx="1956300" cy="313800"/>
          </a:xfrm>
          <a:prstGeom prst="rect">
            <a:avLst/>
          </a:prstGeom>
        </p:spPr>
        <p:txBody>
          <a:bodyPr spcFirstLastPara="1" wrap="square" lIns="49500" tIns="49500" rIns="49500" bIns="49500" anchor="ctr" anchorCtr="0">
            <a:noAutofit/>
          </a:bodyPr>
          <a:lstStyle/>
          <a:p>
            <a:pPr marL="0" lvl="0" indent="0" algn="r" rtl="0">
              <a:spcBef>
                <a:spcPts val="0"/>
              </a:spcBef>
              <a:spcAft>
                <a:spcPts val="0"/>
              </a:spcAft>
              <a:buNone/>
            </a:pPr>
            <a:r>
              <a:rPr lang="en-US" sz="758" dirty="0"/>
              <a:t>Slide </a:t>
            </a:r>
            <a:r>
              <a:rPr lang="en-US" sz="758" dirty="0" smtClean="0"/>
              <a:t>09</a:t>
            </a:r>
            <a:endParaRPr sz="758"/>
          </a:p>
        </p:txBody>
      </p:sp>
      <p:cxnSp>
        <p:nvCxnSpPr>
          <p:cNvPr id="429" name="Google Shape;429;p51"/>
          <p:cNvCxnSpPr/>
          <p:nvPr/>
        </p:nvCxnSpPr>
        <p:spPr>
          <a:xfrm>
            <a:off x="283850" y="2995392"/>
            <a:ext cx="8161800" cy="0"/>
          </a:xfrm>
          <a:prstGeom prst="straightConnector1">
            <a:avLst/>
          </a:prstGeom>
          <a:noFill/>
          <a:ln w="9525" cap="flat" cmpd="sng">
            <a:solidFill>
              <a:schemeClr val="dk1"/>
            </a:solidFill>
            <a:prstDash val="solid"/>
            <a:round/>
            <a:headEnd type="none" w="med" len="med"/>
            <a:tailEnd type="none" w="med" len="med"/>
          </a:ln>
        </p:spPr>
      </p:cxnSp>
      <p:sp>
        <p:nvSpPr>
          <p:cNvPr id="430" name="Google Shape;430;p51"/>
          <p:cNvSpPr/>
          <p:nvPr/>
        </p:nvSpPr>
        <p:spPr>
          <a:xfrm>
            <a:off x="283883" y="3213927"/>
            <a:ext cx="519000" cy="221100"/>
          </a:xfrm>
          <a:prstGeom prst="ellipse">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974">
                <a:solidFill>
                  <a:schemeClr val="dk1"/>
                </a:solidFill>
                <a:latin typeface="Inter"/>
                <a:ea typeface="Inter"/>
                <a:cs typeface="Inter"/>
                <a:sym typeface="Inter"/>
              </a:rPr>
              <a:t>07</a:t>
            </a:r>
            <a:endParaRPr sz="974">
              <a:solidFill>
                <a:schemeClr val="dk1"/>
              </a:solidFill>
              <a:latin typeface="Inter"/>
              <a:ea typeface="Inter"/>
              <a:cs typeface="Inter"/>
              <a:sym typeface="Inter"/>
            </a:endParaRPr>
          </a:p>
        </p:txBody>
      </p:sp>
      <p:sp>
        <p:nvSpPr>
          <p:cNvPr id="434" name="Google Shape;434;p51"/>
          <p:cNvSpPr txBox="1">
            <a:spLocks noGrp="1"/>
          </p:cNvSpPr>
          <p:nvPr>
            <p:ph type="subTitle" idx="9"/>
          </p:nvPr>
        </p:nvSpPr>
        <p:spPr>
          <a:xfrm>
            <a:off x="1084710" y="3166686"/>
            <a:ext cx="2725290" cy="313800"/>
          </a:xfrm>
          <a:prstGeom prst="rect">
            <a:avLst/>
          </a:prstGeom>
        </p:spPr>
        <p:txBody>
          <a:bodyPr spcFirstLastPara="1" wrap="square" lIns="49500" tIns="49500" rIns="49500" bIns="49500" anchor="ctr" anchorCtr="0">
            <a:noAutofit/>
          </a:bodyPr>
          <a:lstStyle/>
          <a:p>
            <a:pPr marL="0" lvl="0" indent="0" algn="l" rtl="0">
              <a:spcBef>
                <a:spcPts val="0"/>
              </a:spcBef>
              <a:spcAft>
                <a:spcPts val="0"/>
              </a:spcAft>
              <a:buNone/>
            </a:pPr>
            <a:r>
              <a:rPr lang="en-US" sz="1949"/>
              <a:t>Output </a:t>
            </a:r>
            <a:endParaRPr sz="1949"/>
          </a:p>
        </p:txBody>
      </p:sp>
      <p:sp>
        <p:nvSpPr>
          <p:cNvPr id="435" name="Google Shape;435;p51"/>
          <p:cNvSpPr txBox="1">
            <a:spLocks noGrp="1"/>
          </p:cNvSpPr>
          <p:nvPr>
            <p:ph type="subTitle" idx="13"/>
          </p:nvPr>
        </p:nvSpPr>
        <p:spPr>
          <a:xfrm flipH="1">
            <a:off x="6489043" y="3166686"/>
            <a:ext cx="1956300" cy="313800"/>
          </a:xfrm>
          <a:prstGeom prst="rect">
            <a:avLst/>
          </a:prstGeom>
        </p:spPr>
        <p:txBody>
          <a:bodyPr spcFirstLastPara="1" wrap="square" lIns="49500" tIns="49500" rIns="49500" bIns="49500" anchor="ctr" anchorCtr="0">
            <a:noAutofit/>
          </a:bodyPr>
          <a:lstStyle/>
          <a:p>
            <a:pPr marL="0" lvl="0" indent="0" algn="r" rtl="0">
              <a:spcBef>
                <a:spcPts val="0"/>
              </a:spcBef>
              <a:spcAft>
                <a:spcPts val="0"/>
              </a:spcAft>
              <a:buNone/>
            </a:pPr>
            <a:r>
              <a:rPr lang="en-US" sz="758" dirty="0"/>
              <a:t>Slide </a:t>
            </a:r>
            <a:r>
              <a:rPr lang="en-US" sz="758" dirty="0" smtClean="0"/>
              <a:t>10</a:t>
            </a:r>
            <a:endParaRPr sz="758"/>
          </a:p>
        </p:txBody>
      </p:sp>
      <p:cxnSp>
        <p:nvCxnSpPr>
          <p:cNvPr id="436" name="Google Shape;436;p51"/>
          <p:cNvCxnSpPr/>
          <p:nvPr/>
        </p:nvCxnSpPr>
        <p:spPr>
          <a:xfrm>
            <a:off x="283850" y="3482979"/>
            <a:ext cx="8161800" cy="0"/>
          </a:xfrm>
          <a:prstGeom prst="straightConnector1">
            <a:avLst/>
          </a:prstGeom>
          <a:noFill/>
          <a:ln w="9525" cap="flat" cmpd="sng">
            <a:solidFill>
              <a:schemeClr val="dk1"/>
            </a:solidFill>
            <a:prstDash val="solid"/>
            <a:round/>
            <a:headEnd type="none" w="med" len="med"/>
            <a:tailEnd type="none" w="med" len="med"/>
          </a:ln>
        </p:spPr>
      </p:cxnSp>
      <p:cxnSp>
        <p:nvCxnSpPr>
          <p:cNvPr id="437" name="Google Shape;437;p51"/>
          <p:cNvCxnSpPr/>
          <p:nvPr/>
        </p:nvCxnSpPr>
        <p:spPr>
          <a:xfrm>
            <a:off x="283850" y="3846308"/>
            <a:ext cx="8161800" cy="0"/>
          </a:xfrm>
          <a:prstGeom prst="straightConnector1">
            <a:avLst/>
          </a:prstGeom>
          <a:noFill/>
          <a:ln w="9525" cap="flat" cmpd="sng">
            <a:solidFill>
              <a:schemeClr val="dk1"/>
            </a:solidFill>
            <a:prstDash val="solid"/>
            <a:round/>
            <a:headEnd type="none" w="med" len="med"/>
            <a:tailEnd type="none" w="med" len="med"/>
          </a:ln>
        </p:spPr>
      </p:cxnSp>
      <p:sp>
        <p:nvSpPr>
          <p:cNvPr id="438" name="Google Shape;438;p51"/>
          <p:cNvSpPr/>
          <p:nvPr/>
        </p:nvSpPr>
        <p:spPr>
          <a:xfrm>
            <a:off x="283883" y="3577259"/>
            <a:ext cx="519000" cy="221100"/>
          </a:xfrm>
          <a:prstGeom prst="ellipse">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974">
                <a:solidFill>
                  <a:schemeClr val="dk1"/>
                </a:solidFill>
                <a:latin typeface="Inter"/>
                <a:ea typeface="Inter"/>
                <a:cs typeface="Inter"/>
                <a:sym typeface="Inter"/>
              </a:rPr>
              <a:t>08</a:t>
            </a:r>
            <a:endParaRPr sz="974">
              <a:solidFill>
                <a:schemeClr val="dk1"/>
              </a:solidFill>
              <a:latin typeface="Inter"/>
              <a:ea typeface="Inter"/>
              <a:cs typeface="Inter"/>
              <a:sym typeface="Inter"/>
            </a:endParaRPr>
          </a:p>
        </p:txBody>
      </p:sp>
      <p:sp>
        <p:nvSpPr>
          <p:cNvPr id="439" name="Google Shape;439;p51"/>
          <p:cNvSpPr/>
          <p:nvPr/>
        </p:nvSpPr>
        <p:spPr>
          <a:xfrm>
            <a:off x="283883" y="3894365"/>
            <a:ext cx="519000" cy="221100"/>
          </a:xfrm>
          <a:prstGeom prst="ellipse">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sz="974">
                <a:solidFill>
                  <a:schemeClr val="dk1"/>
                </a:solidFill>
                <a:latin typeface="Inter"/>
                <a:ea typeface="Inter"/>
                <a:cs typeface="Inter"/>
                <a:sym typeface="Inter"/>
              </a:rPr>
              <a:t>09</a:t>
            </a:r>
            <a:endParaRPr sz="974">
              <a:solidFill>
                <a:schemeClr val="dk1"/>
              </a:solidFill>
              <a:latin typeface="Inter"/>
              <a:ea typeface="Inter"/>
              <a:cs typeface="Inter"/>
              <a:sym typeface="Inter"/>
            </a:endParaRPr>
          </a:p>
        </p:txBody>
      </p:sp>
      <p:sp>
        <p:nvSpPr>
          <p:cNvPr id="443" name="Google Shape;443;p51"/>
          <p:cNvSpPr txBox="1">
            <a:spLocks noGrp="1"/>
          </p:cNvSpPr>
          <p:nvPr>
            <p:ph type="subTitle" idx="7"/>
          </p:nvPr>
        </p:nvSpPr>
        <p:spPr>
          <a:xfrm>
            <a:off x="1084710" y="3530835"/>
            <a:ext cx="3106290" cy="313800"/>
          </a:xfrm>
          <a:prstGeom prst="rect">
            <a:avLst/>
          </a:prstGeom>
        </p:spPr>
        <p:txBody>
          <a:bodyPr spcFirstLastPara="1" wrap="square" lIns="49500" tIns="49500" rIns="49500" bIns="49500" anchor="ctr" anchorCtr="0">
            <a:noAutofit/>
          </a:bodyPr>
          <a:lstStyle/>
          <a:p>
            <a:pPr marL="0" lvl="0" indent="0" algn="l" rtl="0">
              <a:spcBef>
                <a:spcPts val="0"/>
              </a:spcBef>
              <a:spcAft>
                <a:spcPts val="0"/>
              </a:spcAft>
              <a:buNone/>
            </a:pPr>
            <a:r>
              <a:rPr lang="en-US" sz="1949" dirty="0"/>
              <a:t>Challenges &amp; Learning </a:t>
            </a:r>
            <a:endParaRPr sz="1949"/>
          </a:p>
        </p:txBody>
      </p:sp>
      <p:sp>
        <p:nvSpPr>
          <p:cNvPr id="444" name="Google Shape;444;p51"/>
          <p:cNvSpPr txBox="1">
            <a:spLocks noGrp="1"/>
          </p:cNvSpPr>
          <p:nvPr>
            <p:ph type="subTitle" idx="8"/>
          </p:nvPr>
        </p:nvSpPr>
        <p:spPr>
          <a:xfrm flipH="1">
            <a:off x="6477000" y="3486150"/>
            <a:ext cx="1956300" cy="313800"/>
          </a:xfrm>
          <a:prstGeom prst="rect">
            <a:avLst/>
          </a:prstGeom>
        </p:spPr>
        <p:txBody>
          <a:bodyPr spcFirstLastPara="1" wrap="square" lIns="49500" tIns="49500" rIns="49500" bIns="49500" anchor="ctr" anchorCtr="0">
            <a:noAutofit/>
          </a:bodyPr>
          <a:lstStyle/>
          <a:p>
            <a:pPr marL="0" lvl="0" indent="0" algn="r" rtl="0">
              <a:spcBef>
                <a:spcPts val="0"/>
              </a:spcBef>
              <a:spcAft>
                <a:spcPts val="0"/>
              </a:spcAft>
              <a:buNone/>
            </a:pPr>
            <a:r>
              <a:rPr lang="en-US" sz="758" dirty="0"/>
              <a:t>Slide </a:t>
            </a:r>
            <a:r>
              <a:rPr lang="en-US" sz="758" dirty="0" smtClean="0"/>
              <a:t>11</a:t>
            </a:r>
            <a:endParaRPr sz="758"/>
          </a:p>
        </p:txBody>
      </p:sp>
      <p:sp>
        <p:nvSpPr>
          <p:cNvPr id="445" name="Google Shape;445;p51"/>
          <p:cNvSpPr txBox="1">
            <a:spLocks noGrp="1"/>
          </p:cNvSpPr>
          <p:nvPr>
            <p:ph type="subTitle" idx="9"/>
          </p:nvPr>
        </p:nvSpPr>
        <p:spPr>
          <a:xfrm>
            <a:off x="1084710" y="3847124"/>
            <a:ext cx="5292300" cy="313800"/>
          </a:xfrm>
          <a:prstGeom prst="rect">
            <a:avLst/>
          </a:prstGeom>
        </p:spPr>
        <p:txBody>
          <a:bodyPr spcFirstLastPara="1" wrap="square" lIns="49500" tIns="49500" rIns="49500" bIns="49500" anchor="ctr" anchorCtr="0">
            <a:noAutofit/>
          </a:bodyPr>
          <a:lstStyle/>
          <a:p>
            <a:pPr marL="0" lvl="0" indent="0" algn="l" rtl="0">
              <a:spcBef>
                <a:spcPts val="0"/>
              </a:spcBef>
              <a:spcAft>
                <a:spcPts val="0"/>
              </a:spcAft>
              <a:buNone/>
            </a:pPr>
            <a:r>
              <a:rPr lang="en-US" sz="1949"/>
              <a:t>Conclusion &amp; Future Scope </a:t>
            </a:r>
            <a:endParaRPr sz="1949"/>
          </a:p>
        </p:txBody>
      </p:sp>
      <p:sp>
        <p:nvSpPr>
          <p:cNvPr id="446" name="Google Shape;446;p51"/>
          <p:cNvSpPr txBox="1">
            <a:spLocks noGrp="1"/>
          </p:cNvSpPr>
          <p:nvPr>
            <p:ph type="subTitle" idx="13"/>
          </p:nvPr>
        </p:nvSpPr>
        <p:spPr>
          <a:xfrm flipH="1">
            <a:off x="6489043" y="3847124"/>
            <a:ext cx="1956300" cy="313800"/>
          </a:xfrm>
          <a:prstGeom prst="rect">
            <a:avLst/>
          </a:prstGeom>
        </p:spPr>
        <p:txBody>
          <a:bodyPr spcFirstLastPara="1" wrap="square" lIns="49500" tIns="49500" rIns="49500" bIns="49500" anchor="ctr" anchorCtr="0">
            <a:noAutofit/>
          </a:bodyPr>
          <a:lstStyle/>
          <a:p>
            <a:pPr marL="0" lvl="0" indent="0" algn="r" rtl="0">
              <a:spcBef>
                <a:spcPts val="0"/>
              </a:spcBef>
              <a:spcAft>
                <a:spcPts val="0"/>
              </a:spcAft>
              <a:buNone/>
            </a:pPr>
            <a:r>
              <a:rPr lang="en-US" sz="758" dirty="0"/>
              <a:t>Slide </a:t>
            </a:r>
            <a:r>
              <a:rPr lang="en-US" sz="758" dirty="0" smtClean="0"/>
              <a:t>12</a:t>
            </a:r>
            <a:endParaRPr sz="758"/>
          </a:p>
        </p:txBody>
      </p:sp>
      <p:cxnSp>
        <p:nvCxnSpPr>
          <p:cNvPr id="447" name="Google Shape;447;p51"/>
          <p:cNvCxnSpPr/>
          <p:nvPr/>
        </p:nvCxnSpPr>
        <p:spPr>
          <a:xfrm>
            <a:off x="283850" y="4163418"/>
            <a:ext cx="81618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Shape 452"/>
        <p:cNvGrpSpPr/>
        <p:nvPr/>
      </p:nvGrpSpPr>
      <p:grpSpPr>
        <a:xfrm>
          <a:off x="0" y="0"/>
          <a:ext cx="0" cy="0"/>
          <a:chOff x="0" y="0"/>
          <a:chExt cx="0" cy="0"/>
        </a:xfrm>
      </p:grpSpPr>
      <p:sp>
        <p:nvSpPr>
          <p:cNvPr id="453" name="Google Shape;453;p52"/>
          <p:cNvSpPr/>
          <p:nvPr/>
        </p:nvSpPr>
        <p:spPr>
          <a:xfrm>
            <a:off x="0" y="0"/>
            <a:ext cx="9144000" cy="914400"/>
          </a:xfrm>
          <a:prstGeom prst="rect">
            <a:avLst/>
          </a:prstGeom>
          <a:solidFill>
            <a:srgbClr val="1A3C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52"/>
          <p:cNvSpPr/>
          <p:nvPr/>
        </p:nvSpPr>
        <p:spPr>
          <a:xfrm>
            <a:off x="0" y="0"/>
            <a:ext cx="164592" cy="914400"/>
          </a:xfrm>
          <a:prstGeom prst="rect">
            <a:avLst/>
          </a:prstGeom>
          <a:solidFill>
            <a:srgbClr val="3A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52"/>
          <p:cNvSpPr/>
          <p:nvPr/>
        </p:nvSpPr>
        <p:spPr>
          <a:xfrm>
            <a:off x="320040" y="146304"/>
            <a:ext cx="621792" cy="621792"/>
          </a:xfrm>
          <a:prstGeom prst="ellipse">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56" name="Google Shape;456;p52" descr="preencoded.png"/>
          <p:cNvPicPr preferRelativeResize="0"/>
          <p:nvPr/>
        </p:nvPicPr>
        <p:blipFill rotWithShape="1">
          <a:blip r:embed="rId3">
            <a:alphaModFix/>
          </a:blip>
          <a:srcRect/>
          <a:stretch/>
        </p:blipFill>
        <p:spPr>
          <a:xfrm>
            <a:off x="402336" y="228600"/>
            <a:ext cx="457200" cy="457200"/>
          </a:xfrm>
          <a:prstGeom prst="rect">
            <a:avLst/>
          </a:prstGeom>
          <a:noFill/>
          <a:ln>
            <a:noFill/>
          </a:ln>
        </p:spPr>
      </p:pic>
      <p:sp>
        <p:nvSpPr>
          <p:cNvPr id="457" name="Google Shape;457;p52"/>
          <p:cNvSpPr/>
          <p:nvPr/>
        </p:nvSpPr>
        <p:spPr>
          <a:xfrm>
            <a:off x="1078992" y="0"/>
            <a:ext cx="621792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400"/>
              <a:buFont typeface="Calibri"/>
              <a:buNone/>
            </a:pPr>
            <a:r>
              <a:rPr lang="en-US" sz="2400" b="1">
                <a:solidFill>
                  <a:srgbClr val="FFFFFF"/>
                </a:solidFill>
                <a:latin typeface="Calibri"/>
                <a:ea typeface="Calibri"/>
                <a:cs typeface="Calibri"/>
                <a:sym typeface="Calibri"/>
              </a:rPr>
              <a:t>Introduction</a:t>
            </a:r>
            <a:endParaRPr sz="2400">
              <a:solidFill>
                <a:schemeClr val="dk1"/>
              </a:solidFill>
              <a:latin typeface="Calibri"/>
              <a:ea typeface="Calibri"/>
              <a:cs typeface="Calibri"/>
              <a:sym typeface="Calibri"/>
            </a:endParaRPr>
          </a:p>
        </p:txBody>
      </p:sp>
      <p:sp>
        <p:nvSpPr>
          <p:cNvPr id="458" name="Google Shape;458;p52"/>
          <p:cNvSpPr/>
          <p:nvPr/>
        </p:nvSpPr>
        <p:spPr>
          <a:xfrm>
            <a:off x="6949440" y="0"/>
            <a:ext cx="640080" cy="914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1D9E6"/>
              </a:buClr>
              <a:buSzPts val="900"/>
              <a:buFont typeface="Calibri"/>
              <a:buNone/>
            </a:pPr>
            <a:r>
              <a:rPr lang="en-US" sz="900">
                <a:solidFill>
                  <a:srgbClr val="D1D9E6"/>
                </a:solidFill>
                <a:latin typeface="Calibri"/>
                <a:ea typeface="Calibri"/>
                <a:cs typeface="Calibri"/>
                <a:sym typeface="Calibri"/>
              </a:rPr>
              <a:t>2 / 10</a:t>
            </a:r>
            <a:endParaRPr sz="900">
              <a:solidFill>
                <a:schemeClr val="dk1"/>
              </a:solidFill>
              <a:latin typeface="Calibri"/>
              <a:ea typeface="Calibri"/>
              <a:cs typeface="Calibri"/>
              <a:sym typeface="Calibri"/>
            </a:endParaRPr>
          </a:p>
        </p:txBody>
      </p:sp>
      <p:pic>
        <p:nvPicPr>
          <p:cNvPr id="459" name="Google Shape;459;p52" descr="/home/claude/logo_nobg.png"/>
          <p:cNvPicPr preferRelativeResize="0"/>
          <p:nvPr/>
        </p:nvPicPr>
        <p:blipFill rotWithShape="1">
          <a:blip r:embed="rId4">
            <a:alphaModFix/>
          </a:blip>
          <a:srcRect/>
          <a:stretch/>
        </p:blipFill>
        <p:spPr>
          <a:xfrm>
            <a:off x="7635240" y="54864"/>
            <a:ext cx="1371600" cy="569433"/>
          </a:xfrm>
          <a:prstGeom prst="rect">
            <a:avLst/>
          </a:prstGeom>
          <a:noFill/>
          <a:ln>
            <a:noFill/>
          </a:ln>
        </p:spPr>
      </p:pic>
      <p:sp>
        <p:nvSpPr>
          <p:cNvPr id="460" name="Google Shape;460;p52"/>
          <p:cNvSpPr/>
          <p:nvPr/>
        </p:nvSpPr>
        <p:spPr>
          <a:xfrm>
            <a:off x="256032" y="1078992"/>
            <a:ext cx="2834640" cy="3858768"/>
          </a:xfrm>
          <a:prstGeom prst="rect">
            <a:avLst/>
          </a:prstGeom>
          <a:solidFill>
            <a:srgbClr val="FFFFFF"/>
          </a:solidFill>
          <a:ln>
            <a:noFill/>
          </a:ln>
          <a:effectLst>
            <a:outerShdw blurRad="1016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52"/>
          <p:cNvSpPr/>
          <p:nvPr/>
        </p:nvSpPr>
        <p:spPr>
          <a:xfrm>
            <a:off x="256032" y="1078992"/>
            <a:ext cx="109728" cy="3858768"/>
          </a:xfrm>
          <a:prstGeom prst="rect">
            <a:avLst/>
          </a:prstGeom>
          <a:solidFill>
            <a:srgbClr val="3A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52"/>
          <p:cNvSpPr/>
          <p:nvPr/>
        </p:nvSpPr>
        <p:spPr>
          <a:xfrm>
            <a:off x="457200" y="1170432"/>
            <a:ext cx="2542032"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3C6E"/>
              </a:buClr>
              <a:buSzPts val="1150"/>
              <a:buFont typeface="Calibri"/>
              <a:buNone/>
            </a:pPr>
            <a:r>
              <a:rPr lang="en-US" sz="1150" b="1">
                <a:solidFill>
                  <a:srgbClr val="1A3C6E"/>
                </a:solidFill>
                <a:latin typeface="Calibri"/>
                <a:ea typeface="Calibri"/>
                <a:cs typeface="Calibri"/>
                <a:sym typeface="Calibri"/>
              </a:rPr>
              <a:t>Internship Overview</a:t>
            </a:r>
            <a:endParaRPr sz="1150">
              <a:solidFill>
                <a:schemeClr val="dk1"/>
              </a:solidFill>
              <a:latin typeface="Calibri"/>
              <a:ea typeface="Calibri"/>
              <a:cs typeface="Calibri"/>
              <a:sym typeface="Calibri"/>
            </a:endParaRPr>
          </a:p>
        </p:txBody>
      </p:sp>
      <p:sp>
        <p:nvSpPr>
          <p:cNvPr id="463" name="Google Shape;463;p52"/>
          <p:cNvSpPr/>
          <p:nvPr/>
        </p:nvSpPr>
        <p:spPr>
          <a:xfrm>
            <a:off x="457200" y="1504950"/>
            <a:ext cx="2667000" cy="3505200"/>
          </a:xfrm>
          <a:prstGeom prst="rect">
            <a:avLst/>
          </a:prstGeom>
          <a:noFill/>
          <a:ln>
            <a:noFill/>
          </a:ln>
        </p:spPr>
        <p:txBody>
          <a:bodyPr spcFirstLastPara="1" wrap="square" lIns="0" tIns="0" rIns="0" bIns="0" anchor="ctr" anchorCtr="0">
            <a:noAutofit/>
          </a:bodyPr>
          <a:lstStyle/>
          <a:p>
            <a:pPr marL="457200" indent="-304800">
              <a:spcBef>
                <a:spcPts val="2000"/>
              </a:spcBef>
              <a:buClr>
                <a:srgbClr val="1A202C"/>
              </a:buClr>
              <a:buSzPts val="1200"/>
              <a:buFont typeface="Calibri"/>
              <a:buChar char="•"/>
            </a:pPr>
            <a:r>
              <a:rPr lang="en-US" sz="1100" b="1" dirty="0">
                <a:solidFill>
                  <a:schemeClr val="dk1"/>
                </a:solidFill>
                <a:latin typeface="Calibri"/>
                <a:ea typeface="Calibri"/>
                <a:cs typeface="Calibri"/>
                <a:sym typeface="Calibri"/>
              </a:rPr>
              <a:t>Domain:</a:t>
            </a:r>
            <a:r>
              <a:rPr lang="en-US" sz="1100" dirty="0">
                <a:solidFill>
                  <a:schemeClr val="dk1"/>
                </a:solidFill>
                <a:latin typeface="Calibri"/>
                <a:ea typeface="Calibri"/>
                <a:cs typeface="Calibri"/>
                <a:sym typeface="Calibri"/>
              </a:rPr>
              <a:t> </a:t>
            </a:r>
            <a:r>
              <a:rPr lang="en-US" sz="1100" dirty="0" smtClean="0">
                <a:solidFill>
                  <a:schemeClr val="dk1"/>
                </a:solidFill>
                <a:latin typeface="Calibri"/>
                <a:ea typeface="Calibri"/>
                <a:cs typeface="Calibri"/>
                <a:sym typeface="Calibri"/>
              </a:rPr>
              <a:t>Data Analytics</a:t>
            </a:r>
            <a:endParaRPr sz="1100">
              <a:solidFill>
                <a:schemeClr val="dk1"/>
              </a:solidFill>
              <a:latin typeface="Calibri"/>
              <a:ea typeface="Calibri"/>
              <a:cs typeface="Calibri"/>
              <a:sym typeface="Calibri"/>
            </a:endParaRPr>
          </a:p>
          <a:p>
            <a:pPr marL="457200" lvl="0" indent="-304800" algn="l" rtl="0">
              <a:spcBef>
                <a:spcPts val="2000"/>
              </a:spcBef>
              <a:spcAft>
                <a:spcPts val="0"/>
              </a:spcAft>
              <a:buClr>
                <a:srgbClr val="1A202C"/>
              </a:buClr>
              <a:buSzPts val="1200"/>
              <a:buFont typeface="Calibri"/>
              <a:buChar char="•"/>
            </a:pPr>
            <a:r>
              <a:rPr lang="en-US" sz="1100" b="1" dirty="0">
                <a:solidFill>
                  <a:schemeClr val="dk1"/>
                </a:solidFill>
                <a:latin typeface="Calibri"/>
                <a:ea typeface="Calibri"/>
                <a:cs typeface="Calibri"/>
                <a:sym typeface="Calibri"/>
              </a:rPr>
              <a:t>Company:</a:t>
            </a:r>
            <a:r>
              <a:rPr lang="en-US" sz="1100" dirty="0">
                <a:solidFill>
                  <a:schemeClr val="dk1"/>
                </a:solidFill>
                <a:latin typeface="Calibri"/>
                <a:ea typeface="Calibri"/>
                <a:cs typeface="Calibri"/>
                <a:sym typeface="Calibri"/>
              </a:rPr>
              <a:t> </a:t>
            </a:r>
            <a:r>
              <a:rPr lang="en-US" sz="1100" dirty="0" err="1">
                <a:solidFill>
                  <a:schemeClr val="dk1"/>
                </a:solidFill>
                <a:latin typeface="Calibri"/>
                <a:ea typeface="Calibri"/>
                <a:cs typeface="Calibri"/>
                <a:sym typeface="Calibri"/>
              </a:rPr>
              <a:t>EduTech</a:t>
            </a:r>
            <a:r>
              <a:rPr lang="en-US" sz="1100" dirty="0">
                <a:solidFill>
                  <a:schemeClr val="dk1"/>
                </a:solidFill>
                <a:latin typeface="Calibri"/>
                <a:ea typeface="Calibri"/>
                <a:cs typeface="Calibri"/>
                <a:sym typeface="Calibri"/>
              </a:rPr>
              <a:t> Solutions</a:t>
            </a:r>
            <a:endParaRPr sz="1100">
              <a:solidFill>
                <a:schemeClr val="dk1"/>
              </a:solidFill>
              <a:latin typeface="Calibri"/>
              <a:ea typeface="Calibri"/>
              <a:cs typeface="Calibri"/>
              <a:sym typeface="Calibri"/>
            </a:endParaRPr>
          </a:p>
          <a:p>
            <a:pPr marL="457200" indent="-304800">
              <a:spcBef>
                <a:spcPts val="2000"/>
              </a:spcBef>
              <a:buClr>
                <a:srgbClr val="1A202C"/>
              </a:buClr>
              <a:buSzPts val="1200"/>
              <a:buFont typeface="Calibri"/>
              <a:buChar char="•"/>
            </a:pPr>
            <a:r>
              <a:rPr lang="en-US" sz="1100" b="1" dirty="0">
                <a:solidFill>
                  <a:schemeClr val="dk1"/>
                </a:solidFill>
                <a:latin typeface="Calibri"/>
                <a:ea typeface="Calibri"/>
                <a:cs typeface="Calibri"/>
                <a:sym typeface="Calibri"/>
              </a:rPr>
              <a:t>Project:</a:t>
            </a:r>
            <a:r>
              <a:rPr lang="en-US" sz="1100" dirty="0">
                <a:solidFill>
                  <a:schemeClr val="dk1"/>
                </a:solidFill>
                <a:latin typeface="Calibri"/>
                <a:ea typeface="Calibri"/>
                <a:cs typeface="Calibri"/>
                <a:sym typeface="Calibri"/>
              </a:rPr>
              <a:t> </a:t>
            </a:r>
            <a:r>
              <a:rPr lang="en-US" sz="1100" dirty="0" smtClean="0">
                <a:solidFill>
                  <a:schemeClr val="dk1"/>
                </a:solidFill>
                <a:latin typeface="Calibri"/>
                <a:ea typeface="Calibri"/>
                <a:cs typeface="Calibri"/>
                <a:sym typeface="Calibri"/>
              </a:rPr>
              <a:t>E-Commerce Sales Dashboard using Tableau</a:t>
            </a:r>
            <a:endParaRPr sz="1100">
              <a:solidFill>
                <a:schemeClr val="dk1"/>
              </a:solidFill>
              <a:latin typeface="Calibri"/>
              <a:ea typeface="Calibri"/>
              <a:cs typeface="Calibri"/>
              <a:sym typeface="Calibri"/>
            </a:endParaRPr>
          </a:p>
          <a:p>
            <a:pPr marL="457200" indent="-304800" algn="just">
              <a:spcBef>
                <a:spcPts val="2000"/>
              </a:spcBef>
              <a:buClr>
                <a:srgbClr val="1A202C"/>
              </a:buClr>
              <a:buSzPts val="1200"/>
              <a:buFont typeface="Calibri"/>
              <a:buChar char="•"/>
            </a:pPr>
            <a:r>
              <a:rPr lang="en-US" sz="1100" b="1" dirty="0">
                <a:solidFill>
                  <a:schemeClr val="dk1"/>
                </a:solidFill>
                <a:latin typeface="Calibri"/>
                <a:ea typeface="Calibri"/>
                <a:cs typeface="Calibri"/>
                <a:sym typeface="Calibri"/>
              </a:rPr>
              <a:t>Focus </a:t>
            </a:r>
            <a:r>
              <a:rPr lang="en-US" sz="1100" b="1" dirty="0" smtClean="0">
                <a:solidFill>
                  <a:schemeClr val="dk1"/>
                </a:solidFill>
                <a:latin typeface="Calibri"/>
                <a:ea typeface="Calibri"/>
                <a:cs typeface="Calibri"/>
                <a:sym typeface="Calibri"/>
              </a:rPr>
              <a:t>Areas:  </a:t>
            </a:r>
            <a:r>
              <a:rPr lang="en-US" sz="1100" dirty="0" smtClean="0">
                <a:solidFill>
                  <a:schemeClr val="dk1"/>
                </a:solidFill>
                <a:latin typeface="Calibri"/>
                <a:ea typeface="Calibri"/>
                <a:cs typeface="Calibri"/>
                <a:sym typeface="Calibri"/>
              </a:rPr>
              <a:t>Data Cleaning</a:t>
            </a:r>
            <a:r>
              <a:rPr lang="en-US" sz="1100" dirty="0" smtClean="0">
                <a:solidFill>
                  <a:srgbClr val="1A202C"/>
                </a:solidFill>
                <a:latin typeface="Calibri"/>
                <a:ea typeface="Calibri"/>
                <a:cs typeface="Calibri"/>
                <a:sym typeface="Calibri"/>
              </a:rPr>
              <a:t> ,</a:t>
            </a:r>
            <a:r>
              <a:rPr lang="en-US" sz="1100" dirty="0" smtClean="0">
                <a:solidFill>
                  <a:schemeClr val="dk1"/>
                </a:solidFill>
                <a:latin typeface="Calibri"/>
                <a:ea typeface="Calibri"/>
                <a:cs typeface="Calibri"/>
                <a:sym typeface="Calibri"/>
              </a:rPr>
              <a:t>Data Visualization</a:t>
            </a:r>
            <a:r>
              <a:rPr lang="en-US" sz="1100" dirty="0" smtClean="0">
                <a:solidFill>
                  <a:srgbClr val="1A202C"/>
                </a:solidFill>
                <a:latin typeface="Calibri"/>
                <a:ea typeface="Calibri"/>
                <a:cs typeface="Calibri"/>
                <a:sym typeface="Calibri"/>
              </a:rPr>
              <a:t>,</a:t>
            </a:r>
            <a:r>
              <a:rPr lang="en-US" sz="1100" dirty="0" smtClean="0">
                <a:solidFill>
                  <a:schemeClr val="dk1"/>
                </a:solidFill>
                <a:latin typeface="Calibri"/>
                <a:ea typeface="Calibri"/>
                <a:cs typeface="Calibri"/>
                <a:sym typeface="Calibri"/>
              </a:rPr>
              <a:t> Dashboard Development</a:t>
            </a:r>
            <a:r>
              <a:rPr lang="en-US" sz="1100" dirty="0" smtClean="0">
                <a:solidFill>
                  <a:srgbClr val="1A202C"/>
                </a:solidFill>
                <a:latin typeface="Calibri"/>
                <a:ea typeface="Calibri"/>
                <a:cs typeface="Calibri"/>
                <a:sym typeface="Calibri"/>
              </a:rPr>
              <a:t> ,</a:t>
            </a:r>
            <a:r>
              <a:rPr lang="en-US" sz="1100" dirty="0" smtClean="0">
                <a:solidFill>
                  <a:schemeClr val="dk1"/>
                </a:solidFill>
                <a:latin typeface="Calibri"/>
                <a:ea typeface="Calibri"/>
                <a:cs typeface="Calibri"/>
                <a:sym typeface="Calibri"/>
              </a:rPr>
              <a:t> KPI Analysis</a:t>
            </a:r>
            <a:r>
              <a:rPr lang="en-US" sz="1100" dirty="0" smtClean="0">
                <a:solidFill>
                  <a:srgbClr val="1A202C"/>
                </a:solidFill>
                <a:latin typeface="Calibri"/>
                <a:ea typeface="Calibri"/>
                <a:cs typeface="Calibri"/>
                <a:sym typeface="Calibri"/>
              </a:rPr>
              <a:t> ,</a:t>
            </a:r>
            <a:r>
              <a:rPr lang="en-US" sz="1100" dirty="0" smtClean="0">
                <a:solidFill>
                  <a:schemeClr val="dk1"/>
                </a:solidFill>
                <a:latin typeface="Calibri"/>
                <a:ea typeface="Calibri"/>
                <a:cs typeface="Calibri"/>
                <a:sym typeface="Calibri"/>
              </a:rPr>
              <a:t> Business Intelligence</a:t>
            </a:r>
            <a:endParaRPr sz="1100">
              <a:solidFill>
                <a:schemeClr val="dk1"/>
              </a:solidFill>
              <a:latin typeface="Calibri"/>
              <a:ea typeface="Calibri"/>
              <a:cs typeface="Calibri"/>
              <a:sym typeface="Calibri"/>
            </a:endParaRPr>
          </a:p>
          <a:p>
            <a:pPr marL="457200" indent="-304800" algn="just">
              <a:spcBef>
                <a:spcPts val="2000"/>
              </a:spcBef>
              <a:buClr>
                <a:srgbClr val="1A202C"/>
              </a:buClr>
              <a:buSzPts val="1200"/>
              <a:buFont typeface="Calibri"/>
              <a:buChar char="•"/>
            </a:pPr>
            <a:r>
              <a:rPr lang="en-US" sz="1100" b="1" dirty="0">
                <a:solidFill>
                  <a:schemeClr val="dk1"/>
                </a:solidFill>
                <a:latin typeface="Calibri"/>
                <a:ea typeface="Calibri"/>
                <a:cs typeface="Calibri"/>
                <a:sym typeface="Calibri"/>
              </a:rPr>
              <a:t>Outcome:</a:t>
            </a:r>
            <a:r>
              <a:rPr lang="en-US" sz="1100" dirty="0">
                <a:solidFill>
                  <a:schemeClr val="dk1"/>
                </a:solidFill>
                <a:latin typeface="Calibri"/>
                <a:ea typeface="Calibri"/>
                <a:cs typeface="Calibri"/>
                <a:sym typeface="Calibri"/>
              </a:rPr>
              <a:t> </a:t>
            </a:r>
            <a:r>
              <a:rPr lang="en-US" sz="1100" dirty="0" smtClean="0">
                <a:solidFill>
                  <a:schemeClr val="dk1"/>
                </a:solidFill>
                <a:latin typeface="Calibri"/>
                <a:ea typeface="Calibri"/>
                <a:cs typeface="Calibri"/>
                <a:sym typeface="Calibri"/>
              </a:rPr>
              <a:t>Successfully developed an interactive Tableau dashboard that provides meaningful insights into e-commerce sales, customer behavior, payment methods, and order status..</a:t>
            </a:r>
          </a:p>
          <a:p>
            <a:pPr marL="342900" marR="0" lvl="0" indent="-336550" algn="l" rtl="0">
              <a:spcBef>
                <a:spcPts val="2000"/>
              </a:spcBef>
              <a:spcAft>
                <a:spcPts val="0"/>
              </a:spcAft>
              <a:buClr>
                <a:srgbClr val="1A202C"/>
              </a:buClr>
              <a:buSzPts val="1100"/>
            </a:pPr>
            <a:endParaRPr sz="1100">
              <a:solidFill>
                <a:schemeClr val="dk1"/>
              </a:solidFill>
              <a:latin typeface="Calibri"/>
              <a:ea typeface="Calibri"/>
              <a:cs typeface="Calibri"/>
              <a:sym typeface="Calibri"/>
            </a:endParaRPr>
          </a:p>
        </p:txBody>
      </p:sp>
      <p:sp>
        <p:nvSpPr>
          <p:cNvPr id="464" name="Google Shape;464;p52"/>
          <p:cNvSpPr/>
          <p:nvPr/>
        </p:nvSpPr>
        <p:spPr>
          <a:xfrm>
            <a:off x="3246120" y="1078992"/>
            <a:ext cx="2834640" cy="3858768"/>
          </a:xfrm>
          <a:prstGeom prst="rect">
            <a:avLst/>
          </a:prstGeom>
          <a:solidFill>
            <a:srgbClr val="FFFFFF"/>
          </a:solidFill>
          <a:ln>
            <a:noFill/>
          </a:ln>
          <a:effectLst>
            <a:outerShdw blurRad="1016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52"/>
          <p:cNvSpPr/>
          <p:nvPr/>
        </p:nvSpPr>
        <p:spPr>
          <a:xfrm>
            <a:off x="3246120" y="1078992"/>
            <a:ext cx="109728" cy="3858768"/>
          </a:xfrm>
          <a:prstGeom prst="rect">
            <a:avLst/>
          </a:prstGeom>
          <a:solidFill>
            <a:srgbClr val="3A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52"/>
          <p:cNvSpPr/>
          <p:nvPr/>
        </p:nvSpPr>
        <p:spPr>
          <a:xfrm>
            <a:off x="3447288" y="1170432"/>
            <a:ext cx="2542032"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3C6E"/>
              </a:buClr>
              <a:buSzPts val="1150"/>
              <a:buFont typeface="Calibri"/>
              <a:buNone/>
            </a:pPr>
            <a:r>
              <a:rPr lang="en-US" sz="1150" b="1">
                <a:solidFill>
                  <a:srgbClr val="1A3C6E"/>
                </a:solidFill>
                <a:latin typeface="Calibri"/>
                <a:ea typeface="Calibri"/>
                <a:cs typeface="Calibri"/>
                <a:sym typeface="Calibri"/>
              </a:rPr>
              <a:t>Project Purpose</a:t>
            </a:r>
            <a:endParaRPr sz="1150">
              <a:solidFill>
                <a:schemeClr val="dk1"/>
              </a:solidFill>
              <a:latin typeface="Calibri"/>
              <a:ea typeface="Calibri"/>
              <a:cs typeface="Calibri"/>
              <a:sym typeface="Calibri"/>
            </a:endParaRPr>
          </a:p>
        </p:txBody>
      </p:sp>
      <p:sp>
        <p:nvSpPr>
          <p:cNvPr id="467" name="Google Shape;467;p52"/>
          <p:cNvSpPr/>
          <p:nvPr/>
        </p:nvSpPr>
        <p:spPr>
          <a:xfrm>
            <a:off x="3429000" y="1428750"/>
            <a:ext cx="2541900" cy="3124200"/>
          </a:xfrm>
          <a:prstGeom prst="rect">
            <a:avLst/>
          </a:prstGeom>
          <a:noFill/>
          <a:ln>
            <a:noFill/>
          </a:ln>
        </p:spPr>
        <p:txBody>
          <a:bodyPr spcFirstLastPara="1" wrap="square" lIns="0" tIns="0" rIns="0" bIns="0" anchor="t" anchorCtr="0">
            <a:noAutofit/>
          </a:bodyPr>
          <a:lstStyle/>
          <a:p>
            <a:pPr marL="457200" lvl="0" indent="-304800" algn="just">
              <a:spcBef>
                <a:spcPts val="2700"/>
              </a:spcBef>
              <a:buClr>
                <a:srgbClr val="1A202C"/>
              </a:buClr>
              <a:buSzPts val="1200"/>
              <a:buFont typeface="Calibri"/>
              <a:buChar char="•"/>
            </a:pPr>
            <a:r>
              <a:rPr lang="en-US" sz="1200" dirty="0" smtClean="0">
                <a:solidFill>
                  <a:srgbClr val="1A202C"/>
                </a:solidFill>
                <a:latin typeface="Calibri"/>
                <a:ea typeface="Calibri"/>
                <a:cs typeface="Calibri"/>
                <a:sym typeface="Calibri"/>
              </a:rPr>
              <a:t>Analyze e-commerce sales data. </a:t>
            </a:r>
          </a:p>
          <a:p>
            <a:pPr marL="457200" indent="-304800">
              <a:spcBef>
                <a:spcPts val="2700"/>
              </a:spcBef>
              <a:buClr>
                <a:srgbClr val="1A202C"/>
              </a:buClr>
              <a:buSzPts val="1200"/>
              <a:buFont typeface="Calibri"/>
              <a:buChar char="•"/>
            </a:pPr>
            <a:r>
              <a:rPr lang="en-US" sz="1200" dirty="0" smtClean="0">
                <a:solidFill>
                  <a:srgbClr val="1A202C"/>
                </a:solidFill>
                <a:latin typeface="Calibri"/>
                <a:ea typeface="Calibri"/>
                <a:cs typeface="Calibri"/>
                <a:sym typeface="Calibri"/>
              </a:rPr>
              <a:t>Build an interactive Tableau dashboard..</a:t>
            </a:r>
            <a:endParaRPr sz="1200">
              <a:solidFill>
                <a:srgbClr val="1A202C"/>
              </a:solidFill>
              <a:latin typeface="Calibri"/>
              <a:ea typeface="Calibri"/>
              <a:cs typeface="Calibri"/>
              <a:sym typeface="Calibri"/>
            </a:endParaRPr>
          </a:p>
          <a:p>
            <a:pPr marL="457200" indent="-304800">
              <a:spcBef>
                <a:spcPts val="2700"/>
              </a:spcBef>
              <a:buClr>
                <a:srgbClr val="1A202C"/>
              </a:buClr>
              <a:buSzPts val="1200"/>
              <a:buFont typeface="Calibri"/>
              <a:buChar char="•"/>
            </a:pPr>
            <a:r>
              <a:rPr lang="en-US" sz="1200" dirty="0" smtClean="0">
                <a:solidFill>
                  <a:srgbClr val="1A202C"/>
                </a:solidFill>
                <a:latin typeface="Calibri"/>
                <a:ea typeface="Calibri"/>
                <a:cs typeface="Calibri"/>
                <a:sym typeface="Calibri"/>
              </a:rPr>
              <a:t>Create business KPIs.</a:t>
            </a:r>
          </a:p>
          <a:p>
            <a:pPr marL="457200" indent="-304800">
              <a:spcBef>
                <a:spcPts val="2700"/>
              </a:spcBef>
              <a:buClr>
                <a:srgbClr val="1A202C"/>
              </a:buClr>
              <a:buSzPts val="1200"/>
              <a:buFont typeface="Calibri"/>
              <a:buChar char="•"/>
            </a:pPr>
            <a:r>
              <a:rPr lang="en-US" sz="1200" dirty="0" smtClean="0">
                <a:solidFill>
                  <a:srgbClr val="1A202C"/>
                </a:solidFill>
                <a:latin typeface="Calibri"/>
                <a:ea typeface="Calibri"/>
                <a:cs typeface="Calibri"/>
                <a:sym typeface="Calibri"/>
              </a:rPr>
              <a:t>Visualize customer and sales trends.</a:t>
            </a:r>
          </a:p>
          <a:p>
            <a:pPr marL="457200" indent="-304800">
              <a:spcBef>
                <a:spcPts val="2700"/>
              </a:spcBef>
              <a:buClr>
                <a:srgbClr val="1A202C"/>
              </a:buClr>
              <a:buSzPts val="1200"/>
              <a:buFont typeface="Calibri"/>
              <a:buChar char="•"/>
            </a:pPr>
            <a:r>
              <a:rPr lang="en-US" sz="1200" dirty="0" smtClean="0">
                <a:solidFill>
                  <a:srgbClr val="1A202C"/>
                </a:solidFill>
                <a:latin typeface="Calibri"/>
                <a:ea typeface="Calibri"/>
                <a:cs typeface="Calibri"/>
                <a:sym typeface="Calibri"/>
              </a:rPr>
              <a:t>Support business decision-making using data.</a:t>
            </a:r>
            <a:endParaRPr sz="1200">
              <a:solidFill>
                <a:srgbClr val="1A202C"/>
              </a:solidFill>
              <a:latin typeface="Calibri"/>
              <a:ea typeface="Calibri"/>
              <a:cs typeface="Calibri"/>
              <a:sym typeface="Calibri"/>
            </a:endParaRPr>
          </a:p>
        </p:txBody>
      </p:sp>
      <p:sp>
        <p:nvSpPr>
          <p:cNvPr id="468" name="Google Shape;468;p52"/>
          <p:cNvSpPr/>
          <p:nvPr/>
        </p:nvSpPr>
        <p:spPr>
          <a:xfrm>
            <a:off x="6053328" y="1078992"/>
            <a:ext cx="2834640" cy="3858768"/>
          </a:xfrm>
          <a:prstGeom prst="rect">
            <a:avLst/>
          </a:prstGeom>
          <a:solidFill>
            <a:srgbClr val="FFFFFF"/>
          </a:solidFill>
          <a:ln>
            <a:noFill/>
          </a:ln>
          <a:effectLst>
            <a:outerShdw blurRad="1016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52"/>
          <p:cNvSpPr/>
          <p:nvPr/>
        </p:nvSpPr>
        <p:spPr>
          <a:xfrm>
            <a:off x="6053328" y="1078992"/>
            <a:ext cx="109728" cy="3858768"/>
          </a:xfrm>
          <a:prstGeom prst="rect">
            <a:avLst/>
          </a:prstGeom>
          <a:solidFill>
            <a:srgbClr val="3A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52"/>
          <p:cNvSpPr/>
          <p:nvPr/>
        </p:nvSpPr>
        <p:spPr>
          <a:xfrm>
            <a:off x="6254496" y="1170432"/>
            <a:ext cx="2542032"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3C6E"/>
              </a:buClr>
              <a:buSzPts val="1150"/>
              <a:buFont typeface="Calibri"/>
              <a:buNone/>
            </a:pPr>
            <a:r>
              <a:rPr lang="en-US" sz="1150" b="1">
                <a:solidFill>
                  <a:srgbClr val="1A3C6E"/>
                </a:solidFill>
                <a:latin typeface="Calibri"/>
                <a:ea typeface="Calibri"/>
                <a:cs typeface="Calibri"/>
                <a:sym typeface="Calibri"/>
              </a:rPr>
              <a:t>Domain Relevance</a:t>
            </a:r>
            <a:endParaRPr sz="1150">
              <a:solidFill>
                <a:schemeClr val="dk1"/>
              </a:solidFill>
              <a:latin typeface="Calibri"/>
              <a:ea typeface="Calibri"/>
              <a:cs typeface="Calibri"/>
              <a:sym typeface="Calibri"/>
            </a:endParaRPr>
          </a:p>
        </p:txBody>
      </p:sp>
      <p:sp>
        <p:nvSpPr>
          <p:cNvPr id="471" name="Google Shape;471;p52"/>
          <p:cNvSpPr/>
          <p:nvPr/>
        </p:nvSpPr>
        <p:spPr>
          <a:xfrm>
            <a:off x="6248400" y="1352550"/>
            <a:ext cx="2542032" cy="2971800"/>
          </a:xfrm>
          <a:prstGeom prst="rect">
            <a:avLst/>
          </a:prstGeom>
          <a:noFill/>
          <a:ln>
            <a:noFill/>
          </a:ln>
        </p:spPr>
        <p:txBody>
          <a:bodyPr spcFirstLastPara="1" wrap="square" lIns="0" tIns="0" rIns="0" bIns="0" anchor="ctr" anchorCtr="0">
            <a:noAutofit/>
          </a:bodyPr>
          <a:lstStyle/>
          <a:p>
            <a:pPr marL="457200" indent="-304800" algn="just">
              <a:spcBef>
                <a:spcPts val="2700"/>
              </a:spcBef>
              <a:buClr>
                <a:srgbClr val="1A202C"/>
              </a:buClr>
              <a:buSzPts val="1200"/>
              <a:buFont typeface="Calibri"/>
              <a:buChar char="•"/>
            </a:pPr>
            <a:r>
              <a:rPr lang="en-US" sz="1200" dirty="0" smtClean="0">
                <a:solidFill>
                  <a:srgbClr val="1A202C"/>
                </a:solidFill>
                <a:latin typeface="Calibri"/>
                <a:ea typeface="Calibri"/>
                <a:cs typeface="Calibri"/>
                <a:sym typeface="Calibri"/>
              </a:rPr>
              <a:t>Business Intelligence dashboards help organizations monitor performance, identify trends, and make informed decisions through visual analytics..</a:t>
            </a:r>
          </a:p>
          <a:p>
            <a:pPr marL="457200" lvl="0" indent="-304800" algn="just">
              <a:spcBef>
                <a:spcPts val="2700"/>
              </a:spcBef>
              <a:buClr>
                <a:srgbClr val="1A202C"/>
              </a:buClr>
              <a:buSzPts val="1200"/>
              <a:buFont typeface="Calibri"/>
              <a:buChar char="•"/>
            </a:pPr>
            <a:r>
              <a:rPr lang="en-US" sz="1200" dirty="0" smtClean="0">
                <a:solidFill>
                  <a:srgbClr val="1A202C"/>
                </a:solidFill>
                <a:latin typeface="Calibri"/>
                <a:ea typeface="Calibri"/>
                <a:cs typeface="Calibri"/>
                <a:sym typeface="Calibri"/>
              </a:rPr>
              <a:t>They transform raw data into meaningful insights, enabling businesses to track key performance indicators (KPIs), understand customer behavior, optimize operations, and improve overall decision-making.</a:t>
            </a:r>
            <a:endParaRPr sz="1200">
              <a:solidFill>
                <a:srgbClr val="1A202C"/>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Shape 476"/>
        <p:cNvGrpSpPr/>
        <p:nvPr/>
      </p:nvGrpSpPr>
      <p:grpSpPr>
        <a:xfrm>
          <a:off x="0" y="0"/>
          <a:ext cx="0" cy="0"/>
          <a:chOff x="0" y="0"/>
          <a:chExt cx="0" cy="0"/>
        </a:xfrm>
      </p:grpSpPr>
      <p:sp>
        <p:nvSpPr>
          <p:cNvPr id="477" name="Google Shape;477;p53"/>
          <p:cNvSpPr/>
          <p:nvPr/>
        </p:nvSpPr>
        <p:spPr>
          <a:xfrm>
            <a:off x="0" y="0"/>
            <a:ext cx="9144000" cy="914400"/>
          </a:xfrm>
          <a:prstGeom prst="rect">
            <a:avLst/>
          </a:prstGeom>
          <a:solidFill>
            <a:srgbClr val="1A3C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53"/>
          <p:cNvSpPr/>
          <p:nvPr/>
        </p:nvSpPr>
        <p:spPr>
          <a:xfrm>
            <a:off x="0" y="0"/>
            <a:ext cx="164592" cy="914400"/>
          </a:xfrm>
          <a:prstGeom prst="rect">
            <a:avLst/>
          </a:prstGeom>
          <a:solidFill>
            <a:srgbClr val="3A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53"/>
          <p:cNvSpPr/>
          <p:nvPr/>
        </p:nvSpPr>
        <p:spPr>
          <a:xfrm>
            <a:off x="320040" y="146304"/>
            <a:ext cx="621792" cy="621792"/>
          </a:xfrm>
          <a:prstGeom prst="ellipse">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80" name="Google Shape;480;p53" descr="preencoded.png"/>
          <p:cNvPicPr preferRelativeResize="0"/>
          <p:nvPr/>
        </p:nvPicPr>
        <p:blipFill rotWithShape="1">
          <a:blip r:embed="rId3">
            <a:alphaModFix/>
          </a:blip>
          <a:srcRect/>
          <a:stretch/>
        </p:blipFill>
        <p:spPr>
          <a:xfrm>
            <a:off x="402336" y="228600"/>
            <a:ext cx="457200" cy="457200"/>
          </a:xfrm>
          <a:prstGeom prst="rect">
            <a:avLst/>
          </a:prstGeom>
          <a:noFill/>
          <a:ln>
            <a:noFill/>
          </a:ln>
        </p:spPr>
      </p:pic>
      <p:sp>
        <p:nvSpPr>
          <p:cNvPr id="481" name="Google Shape;481;p53"/>
          <p:cNvSpPr/>
          <p:nvPr/>
        </p:nvSpPr>
        <p:spPr>
          <a:xfrm>
            <a:off x="1078992" y="0"/>
            <a:ext cx="621792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400"/>
              <a:buFont typeface="Calibri"/>
              <a:buNone/>
            </a:pPr>
            <a:r>
              <a:rPr lang="en-US" sz="2400" b="1">
                <a:solidFill>
                  <a:srgbClr val="FFFFFF"/>
                </a:solidFill>
                <a:latin typeface="Calibri"/>
                <a:ea typeface="Calibri"/>
                <a:cs typeface="Calibri"/>
                <a:sym typeface="Calibri"/>
              </a:rPr>
              <a:t>Company Overview</a:t>
            </a:r>
            <a:endParaRPr sz="2400">
              <a:solidFill>
                <a:schemeClr val="dk1"/>
              </a:solidFill>
              <a:latin typeface="Calibri"/>
              <a:ea typeface="Calibri"/>
              <a:cs typeface="Calibri"/>
              <a:sym typeface="Calibri"/>
            </a:endParaRPr>
          </a:p>
        </p:txBody>
      </p:sp>
      <p:sp>
        <p:nvSpPr>
          <p:cNvPr id="482" name="Google Shape;482;p53"/>
          <p:cNvSpPr/>
          <p:nvPr/>
        </p:nvSpPr>
        <p:spPr>
          <a:xfrm>
            <a:off x="6949440" y="0"/>
            <a:ext cx="640080" cy="914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1D9E6"/>
              </a:buClr>
              <a:buSzPts val="900"/>
              <a:buFont typeface="Calibri"/>
              <a:buNone/>
            </a:pPr>
            <a:r>
              <a:rPr lang="en-US" sz="900">
                <a:solidFill>
                  <a:srgbClr val="D1D9E6"/>
                </a:solidFill>
                <a:latin typeface="Calibri"/>
                <a:ea typeface="Calibri"/>
                <a:cs typeface="Calibri"/>
                <a:sym typeface="Calibri"/>
              </a:rPr>
              <a:t>3 / 10</a:t>
            </a:r>
            <a:endParaRPr sz="900">
              <a:solidFill>
                <a:schemeClr val="dk1"/>
              </a:solidFill>
              <a:latin typeface="Calibri"/>
              <a:ea typeface="Calibri"/>
              <a:cs typeface="Calibri"/>
              <a:sym typeface="Calibri"/>
            </a:endParaRPr>
          </a:p>
        </p:txBody>
      </p:sp>
      <p:pic>
        <p:nvPicPr>
          <p:cNvPr id="483" name="Google Shape;483;p53" descr="/home/claude/logo_nobg.png"/>
          <p:cNvPicPr preferRelativeResize="0"/>
          <p:nvPr/>
        </p:nvPicPr>
        <p:blipFill rotWithShape="1">
          <a:blip r:embed="rId4">
            <a:alphaModFix/>
          </a:blip>
          <a:srcRect/>
          <a:stretch/>
        </p:blipFill>
        <p:spPr>
          <a:xfrm>
            <a:off x="7635240" y="54864"/>
            <a:ext cx="1371600" cy="569433"/>
          </a:xfrm>
          <a:prstGeom prst="rect">
            <a:avLst/>
          </a:prstGeom>
          <a:noFill/>
          <a:ln>
            <a:noFill/>
          </a:ln>
        </p:spPr>
      </p:pic>
      <p:sp>
        <p:nvSpPr>
          <p:cNvPr id="484" name="Google Shape;484;p53"/>
          <p:cNvSpPr/>
          <p:nvPr/>
        </p:nvSpPr>
        <p:spPr>
          <a:xfrm>
            <a:off x="256032" y="1078992"/>
            <a:ext cx="4663440" cy="3858768"/>
          </a:xfrm>
          <a:prstGeom prst="rect">
            <a:avLst/>
          </a:prstGeom>
          <a:solidFill>
            <a:srgbClr val="1A3C6E"/>
          </a:solidFill>
          <a:ln>
            <a:noFill/>
          </a:ln>
          <a:effectLst>
            <a:outerShdw blurRad="127000" dist="25400" dir="8100000" algn="bl" rotWithShape="0">
              <a:srgbClr val="000000">
                <a:alpha val="14902"/>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53"/>
          <p:cNvSpPr/>
          <p:nvPr/>
        </p:nvSpPr>
        <p:spPr>
          <a:xfrm>
            <a:off x="256032" y="1078992"/>
            <a:ext cx="109728" cy="3858768"/>
          </a:xfrm>
          <a:prstGeom prst="rect">
            <a:avLst/>
          </a:prstGeom>
          <a:solidFill>
            <a:srgbClr val="3A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53"/>
          <p:cNvSpPr/>
          <p:nvPr/>
        </p:nvSpPr>
        <p:spPr>
          <a:xfrm>
            <a:off x="475488" y="1216152"/>
            <a:ext cx="4352544"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ACF0"/>
              </a:buClr>
              <a:buSzPts val="1300"/>
              <a:buFont typeface="Calibri"/>
              <a:buNone/>
            </a:pPr>
            <a:r>
              <a:rPr lang="en-US" sz="1300" b="1">
                <a:solidFill>
                  <a:srgbClr val="3AACF0"/>
                </a:solidFill>
                <a:latin typeface="Calibri"/>
                <a:ea typeface="Calibri"/>
                <a:cs typeface="Calibri"/>
                <a:sym typeface="Calibri"/>
              </a:rPr>
              <a:t>About EduTech Solutions</a:t>
            </a:r>
            <a:endParaRPr sz="1300">
              <a:solidFill>
                <a:schemeClr val="dk1"/>
              </a:solidFill>
              <a:latin typeface="Calibri"/>
              <a:ea typeface="Calibri"/>
              <a:cs typeface="Calibri"/>
              <a:sym typeface="Calibri"/>
            </a:endParaRPr>
          </a:p>
        </p:txBody>
      </p:sp>
      <p:sp>
        <p:nvSpPr>
          <p:cNvPr id="487" name="Google Shape;487;p53"/>
          <p:cNvSpPr/>
          <p:nvPr/>
        </p:nvSpPr>
        <p:spPr>
          <a:xfrm>
            <a:off x="475488" y="1645920"/>
            <a:ext cx="4352544" cy="544830"/>
          </a:xfrm>
          <a:prstGeom prst="rect">
            <a:avLst/>
          </a:prstGeom>
          <a:noFill/>
          <a:ln>
            <a:noFill/>
          </a:ln>
        </p:spPr>
        <p:txBody>
          <a:bodyPr spcFirstLastPara="1" wrap="square" lIns="0" tIns="0" rIns="0" bIns="0" anchor="t" anchorCtr="0">
            <a:noAutofit/>
          </a:bodyPr>
          <a:lstStyle/>
          <a:p>
            <a:pPr lvl="0">
              <a:buClr>
                <a:srgbClr val="FFFFFF"/>
              </a:buClr>
              <a:buSzPts val="1100"/>
            </a:pPr>
            <a:r>
              <a:rPr lang="en-US" sz="1100" dirty="0" err="1" smtClean="0">
                <a:solidFill>
                  <a:srgbClr val="FFFFFF"/>
                </a:solidFill>
                <a:latin typeface="Calibri"/>
                <a:ea typeface="Calibri"/>
                <a:cs typeface="Calibri"/>
                <a:sym typeface="Calibri"/>
              </a:rPr>
              <a:t>EduTech</a:t>
            </a:r>
            <a:r>
              <a:rPr lang="en-US" sz="1100" dirty="0" smtClean="0">
                <a:solidFill>
                  <a:srgbClr val="FFFFFF"/>
                </a:solidFill>
                <a:latin typeface="Calibri"/>
                <a:ea typeface="Calibri"/>
                <a:cs typeface="Calibri"/>
                <a:sym typeface="Calibri"/>
              </a:rPr>
              <a:t> Solutions is a technology-driven company focused on skill development and industry-based learning.</a:t>
            </a:r>
            <a:endParaRPr sz="1100">
              <a:solidFill>
                <a:schemeClr val="dk1"/>
              </a:solidFill>
              <a:latin typeface="Calibri"/>
              <a:ea typeface="Calibri"/>
              <a:cs typeface="Calibri"/>
              <a:sym typeface="Calibri"/>
            </a:endParaRPr>
          </a:p>
        </p:txBody>
      </p:sp>
      <p:sp>
        <p:nvSpPr>
          <p:cNvPr id="488" name="Google Shape;488;p53"/>
          <p:cNvSpPr/>
          <p:nvPr/>
        </p:nvSpPr>
        <p:spPr>
          <a:xfrm>
            <a:off x="457200" y="2190750"/>
            <a:ext cx="4352544" cy="457200"/>
          </a:xfrm>
          <a:prstGeom prst="rect">
            <a:avLst/>
          </a:prstGeom>
          <a:noFill/>
          <a:ln>
            <a:noFill/>
          </a:ln>
        </p:spPr>
        <p:txBody>
          <a:bodyPr spcFirstLastPara="1" wrap="square" lIns="0" tIns="0" rIns="0" bIns="0" anchor="t" anchorCtr="0">
            <a:noAutofit/>
          </a:bodyPr>
          <a:lstStyle/>
          <a:p>
            <a:pPr lvl="0">
              <a:buClr>
                <a:srgbClr val="D1D9E6"/>
              </a:buClr>
              <a:buSzPts val="1100"/>
            </a:pPr>
            <a:r>
              <a:rPr lang="en-US" sz="1100" dirty="0" smtClean="0">
                <a:solidFill>
                  <a:srgbClr val="D1D9E6"/>
                </a:solidFill>
                <a:latin typeface="Calibri"/>
                <a:ea typeface="Calibri"/>
                <a:cs typeface="Calibri"/>
                <a:sym typeface="Calibri"/>
              </a:rPr>
              <a:t>It provides practical internship programs that help students gain real-world experience through live projects.</a:t>
            </a:r>
            <a:endParaRPr sz="1100">
              <a:solidFill>
                <a:schemeClr val="dk1"/>
              </a:solidFill>
              <a:latin typeface="Calibri"/>
              <a:ea typeface="Calibri"/>
              <a:cs typeface="Calibri"/>
              <a:sym typeface="Calibri"/>
            </a:endParaRPr>
          </a:p>
        </p:txBody>
      </p:sp>
      <p:sp>
        <p:nvSpPr>
          <p:cNvPr id="489" name="Google Shape;489;p53"/>
          <p:cNvSpPr/>
          <p:nvPr/>
        </p:nvSpPr>
        <p:spPr>
          <a:xfrm>
            <a:off x="457200" y="2800350"/>
            <a:ext cx="4352544" cy="609600"/>
          </a:xfrm>
          <a:prstGeom prst="rect">
            <a:avLst/>
          </a:prstGeom>
          <a:noFill/>
          <a:ln>
            <a:noFill/>
          </a:ln>
        </p:spPr>
        <p:txBody>
          <a:bodyPr spcFirstLastPara="1" wrap="square" lIns="0" tIns="0" rIns="0" bIns="0" anchor="t" anchorCtr="0">
            <a:noAutofit/>
          </a:bodyPr>
          <a:lstStyle/>
          <a:p>
            <a:pPr lvl="0">
              <a:buClr>
                <a:srgbClr val="D1D9E6"/>
              </a:buClr>
              <a:buSzPts val="1100"/>
            </a:pPr>
            <a:r>
              <a:rPr lang="en-US" sz="1100" dirty="0" smtClean="0">
                <a:solidFill>
                  <a:srgbClr val="D1D9E6"/>
                </a:solidFill>
                <a:latin typeface="Calibri"/>
                <a:ea typeface="Calibri"/>
                <a:cs typeface="Calibri"/>
                <a:sym typeface="Calibri"/>
              </a:rPr>
              <a:t>The company offers training and project opportunities in Data Analytics, Artificial Intelligence, Web Development, Machine Learning, Business Intelligence, and other emerging technologies.</a:t>
            </a:r>
            <a:endParaRPr sz="1100">
              <a:solidFill>
                <a:schemeClr val="dk1"/>
              </a:solidFill>
              <a:latin typeface="Calibri"/>
              <a:ea typeface="Calibri"/>
              <a:cs typeface="Calibri"/>
              <a:sym typeface="Calibri"/>
            </a:endParaRPr>
          </a:p>
        </p:txBody>
      </p:sp>
      <p:sp>
        <p:nvSpPr>
          <p:cNvPr id="490" name="Google Shape;490;p53"/>
          <p:cNvSpPr/>
          <p:nvPr/>
        </p:nvSpPr>
        <p:spPr>
          <a:xfrm>
            <a:off x="5138928" y="1078992"/>
            <a:ext cx="3749040" cy="1828800"/>
          </a:xfrm>
          <a:prstGeom prst="rect">
            <a:avLst/>
          </a:prstGeom>
          <a:solidFill>
            <a:srgbClr val="FFFFFF"/>
          </a:solidFill>
          <a:ln>
            <a:noFill/>
          </a:ln>
          <a:effectLst>
            <a:outerShdw blurRad="1016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53"/>
          <p:cNvSpPr/>
          <p:nvPr/>
        </p:nvSpPr>
        <p:spPr>
          <a:xfrm>
            <a:off x="5138928" y="1078992"/>
            <a:ext cx="109728" cy="1828800"/>
          </a:xfrm>
          <a:prstGeom prst="rect">
            <a:avLst/>
          </a:prstGeom>
          <a:solidFill>
            <a:srgbClr val="3A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53"/>
          <p:cNvSpPr/>
          <p:nvPr/>
        </p:nvSpPr>
        <p:spPr>
          <a:xfrm>
            <a:off x="5340096" y="1170432"/>
            <a:ext cx="3456432"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3C6E"/>
              </a:buClr>
              <a:buSzPts val="1150"/>
              <a:buFont typeface="Calibri"/>
              <a:buNone/>
            </a:pPr>
            <a:r>
              <a:rPr lang="en-US" sz="1150" b="1">
                <a:solidFill>
                  <a:srgbClr val="1A3C6E"/>
                </a:solidFill>
                <a:latin typeface="Calibri"/>
                <a:ea typeface="Calibri"/>
                <a:cs typeface="Calibri"/>
                <a:sym typeface="Calibri"/>
              </a:rPr>
              <a:t>Key Services</a:t>
            </a:r>
            <a:endParaRPr sz="1150">
              <a:solidFill>
                <a:schemeClr val="dk1"/>
              </a:solidFill>
              <a:latin typeface="Calibri"/>
              <a:ea typeface="Calibri"/>
              <a:cs typeface="Calibri"/>
              <a:sym typeface="Calibri"/>
            </a:endParaRPr>
          </a:p>
        </p:txBody>
      </p:sp>
      <p:sp>
        <p:nvSpPr>
          <p:cNvPr id="493" name="Google Shape;493;p53"/>
          <p:cNvSpPr/>
          <p:nvPr/>
        </p:nvSpPr>
        <p:spPr>
          <a:xfrm>
            <a:off x="5340096" y="1517904"/>
            <a:ext cx="3456432" cy="1298448"/>
          </a:xfrm>
          <a:prstGeom prst="rect">
            <a:avLst/>
          </a:prstGeom>
          <a:noFill/>
          <a:ln>
            <a:noFill/>
          </a:ln>
        </p:spPr>
        <p:txBody>
          <a:bodyPr spcFirstLastPara="1" wrap="square" lIns="0" tIns="0" rIns="0" bIns="0" anchor="ctr" anchorCtr="0">
            <a:noAutofit/>
          </a:bodyPr>
          <a:lstStyle/>
          <a:p>
            <a:pPr marL="342900" lvl="0" indent="-342900">
              <a:buClr>
                <a:srgbClr val="1A202C"/>
              </a:buClr>
              <a:buSzPts val="1200"/>
              <a:buFont typeface="Calibri"/>
              <a:buChar char="•"/>
            </a:pPr>
            <a:r>
              <a:rPr lang="en-US" sz="1200" dirty="0" smtClean="0">
                <a:solidFill>
                  <a:srgbClr val="1A202C"/>
                </a:solidFill>
                <a:latin typeface="Calibri"/>
                <a:ea typeface="Calibri"/>
                <a:cs typeface="Calibri"/>
                <a:sym typeface="Calibri"/>
              </a:rPr>
              <a:t>Data Analytics Training</a:t>
            </a:r>
          </a:p>
          <a:p>
            <a:pPr marL="342900" lvl="0" indent="-342900">
              <a:buClr>
                <a:srgbClr val="1A202C"/>
              </a:buClr>
              <a:buSzPts val="1200"/>
              <a:buFont typeface="Calibri"/>
              <a:buChar char="•"/>
            </a:pPr>
            <a:r>
              <a:rPr lang="en-US" sz="1200" dirty="0" smtClean="0">
                <a:solidFill>
                  <a:srgbClr val="1A202C"/>
                </a:solidFill>
                <a:latin typeface="Calibri"/>
                <a:ea typeface="Calibri"/>
                <a:cs typeface="Calibri"/>
                <a:sym typeface="Calibri"/>
              </a:rPr>
              <a:t>Business Intelligence Solutions</a:t>
            </a:r>
          </a:p>
          <a:p>
            <a:pPr marL="342900" lvl="0" indent="-342900">
              <a:buClr>
                <a:srgbClr val="1A202C"/>
              </a:buClr>
              <a:buSzPts val="1200"/>
              <a:buFont typeface="Calibri"/>
              <a:buChar char="•"/>
            </a:pPr>
            <a:r>
              <a:rPr lang="en-US" sz="1200" dirty="0" smtClean="0">
                <a:solidFill>
                  <a:srgbClr val="1A202C"/>
                </a:solidFill>
                <a:latin typeface="Calibri"/>
                <a:ea typeface="Calibri"/>
                <a:cs typeface="Calibri"/>
                <a:sym typeface="Calibri"/>
              </a:rPr>
              <a:t>AI &amp; Machine Learning Projects </a:t>
            </a:r>
          </a:p>
          <a:p>
            <a:pPr marL="342900" lvl="0" indent="-342900">
              <a:buClr>
                <a:srgbClr val="1A202C"/>
              </a:buClr>
              <a:buSzPts val="1200"/>
              <a:buFont typeface="Calibri"/>
              <a:buChar char="•"/>
            </a:pPr>
            <a:r>
              <a:rPr lang="en-US" sz="1200" dirty="0" smtClean="0">
                <a:solidFill>
                  <a:srgbClr val="1A202C"/>
                </a:solidFill>
                <a:latin typeface="Calibri"/>
                <a:ea typeface="Calibri"/>
                <a:cs typeface="Calibri"/>
                <a:sym typeface="Calibri"/>
              </a:rPr>
              <a:t>Internship Programs </a:t>
            </a:r>
          </a:p>
          <a:p>
            <a:pPr marL="342900" indent="-342900">
              <a:buClr>
                <a:srgbClr val="1A202C"/>
              </a:buClr>
              <a:buSzPts val="1200"/>
              <a:buFont typeface="Calibri"/>
              <a:buChar char="•"/>
            </a:pPr>
            <a:r>
              <a:rPr lang="en-US" sz="1200" dirty="0" smtClean="0">
                <a:solidFill>
                  <a:schemeClr val="dk1"/>
                </a:solidFill>
                <a:latin typeface="Calibri"/>
                <a:ea typeface="Calibri"/>
                <a:cs typeface="Calibri"/>
                <a:sym typeface="Calibri"/>
              </a:rPr>
              <a:t>Career Development</a:t>
            </a:r>
            <a:endParaRPr sz="1200">
              <a:solidFill>
                <a:schemeClr val="dk1"/>
              </a:solidFill>
              <a:latin typeface="Calibri"/>
              <a:ea typeface="Calibri"/>
              <a:cs typeface="Calibri"/>
              <a:sym typeface="Calibri"/>
            </a:endParaRPr>
          </a:p>
        </p:txBody>
      </p:sp>
      <p:sp>
        <p:nvSpPr>
          <p:cNvPr id="494" name="Google Shape;494;p53"/>
          <p:cNvSpPr/>
          <p:nvPr/>
        </p:nvSpPr>
        <p:spPr>
          <a:xfrm>
            <a:off x="5138928" y="3108960"/>
            <a:ext cx="3749040" cy="1828800"/>
          </a:xfrm>
          <a:prstGeom prst="rect">
            <a:avLst/>
          </a:prstGeom>
          <a:solidFill>
            <a:srgbClr val="FFFFFF"/>
          </a:solidFill>
          <a:ln>
            <a:noFill/>
          </a:ln>
          <a:effectLst>
            <a:outerShdw blurRad="1016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53"/>
          <p:cNvSpPr/>
          <p:nvPr/>
        </p:nvSpPr>
        <p:spPr>
          <a:xfrm>
            <a:off x="5138928" y="3108960"/>
            <a:ext cx="109728" cy="1828800"/>
          </a:xfrm>
          <a:prstGeom prst="rect">
            <a:avLst/>
          </a:prstGeom>
          <a:solidFill>
            <a:srgbClr val="3A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53"/>
          <p:cNvSpPr/>
          <p:nvPr/>
        </p:nvSpPr>
        <p:spPr>
          <a:xfrm>
            <a:off x="5340096" y="3200400"/>
            <a:ext cx="3456432"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3C6E"/>
              </a:buClr>
              <a:buSzPts val="1150"/>
              <a:buFont typeface="Calibri"/>
              <a:buNone/>
            </a:pPr>
            <a:r>
              <a:rPr lang="en-US" sz="1150" b="1">
                <a:solidFill>
                  <a:srgbClr val="1A3C6E"/>
                </a:solidFill>
                <a:latin typeface="Calibri"/>
                <a:ea typeface="Calibri"/>
                <a:cs typeface="Calibri"/>
                <a:sym typeface="Calibri"/>
              </a:rPr>
              <a:t>Internship Structure</a:t>
            </a:r>
            <a:endParaRPr sz="1150">
              <a:solidFill>
                <a:schemeClr val="dk1"/>
              </a:solidFill>
              <a:latin typeface="Calibri"/>
              <a:ea typeface="Calibri"/>
              <a:cs typeface="Calibri"/>
              <a:sym typeface="Calibri"/>
            </a:endParaRPr>
          </a:p>
        </p:txBody>
      </p:sp>
      <p:sp>
        <p:nvSpPr>
          <p:cNvPr id="497" name="Google Shape;497;p53"/>
          <p:cNvSpPr/>
          <p:nvPr/>
        </p:nvSpPr>
        <p:spPr>
          <a:xfrm>
            <a:off x="5340096" y="3547872"/>
            <a:ext cx="3456432" cy="1298448"/>
          </a:xfrm>
          <a:prstGeom prst="rect">
            <a:avLst/>
          </a:prstGeom>
          <a:noFill/>
          <a:ln>
            <a:noFill/>
          </a:ln>
        </p:spPr>
        <p:txBody>
          <a:bodyPr spcFirstLastPara="1" wrap="square" lIns="0" tIns="0" rIns="0" bIns="0" anchor="ctr" anchorCtr="0">
            <a:noAutofit/>
          </a:bodyPr>
          <a:lstStyle/>
          <a:p>
            <a:pPr marL="342900" indent="-342900">
              <a:buClr>
                <a:srgbClr val="1A202C"/>
              </a:buClr>
              <a:buSzPts val="1200"/>
              <a:buFont typeface="Calibri"/>
              <a:buChar char="•"/>
            </a:pPr>
            <a:r>
              <a:rPr lang="en-US" sz="1200" dirty="0">
                <a:solidFill>
                  <a:srgbClr val="1A202C"/>
                </a:solidFill>
                <a:latin typeface="Calibri"/>
                <a:ea typeface="Calibri"/>
                <a:cs typeface="Calibri"/>
                <a:sym typeface="Calibri"/>
              </a:rPr>
              <a:t>Week 1–2: </a:t>
            </a:r>
            <a:r>
              <a:rPr lang="en-US" sz="1200" dirty="0" smtClean="0">
                <a:solidFill>
                  <a:srgbClr val="1A202C"/>
                </a:solidFill>
                <a:latin typeface="Calibri"/>
                <a:ea typeface="Calibri"/>
                <a:cs typeface="Calibri"/>
                <a:sym typeface="Calibri"/>
              </a:rPr>
              <a:t>Data Understanding &amp; Cleaning</a:t>
            </a:r>
            <a:endParaRPr sz="1200">
              <a:solidFill>
                <a:schemeClr val="dk1"/>
              </a:solidFill>
              <a:latin typeface="Calibri"/>
              <a:ea typeface="Calibri"/>
              <a:cs typeface="Calibri"/>
              <a:sym typeface="Calibri"/>
            </a:endParaRPr>
          </a:p>
          <a:p>
            <a:pPr marL="342900" indent="-342900">
              <a:spcBef>
                <a:spcPts val="500"/>
              </a:spcBef>
              <a:buClr>
                <a:srgbClr val="1A202C"/>
              </a:buClr>
              <a:buSzPts val="1200"/>
              <a:buFont typeface="Calibri"/>
              <a:buChar char="•"/>
            </a:pPr>
            <a:r>
              <a:rPr lang="en-US" sz="1200" dirty="0">
                <a:solidFill>
                  <a:srgbClr val="1A202C"/>
                </a:solidFill>
                <a:latin typeface="Calibri"/>
                <a:ea typeface="Calibri"/>
                <a:cs typeface="Calibri"/>
                <a:sym typeface="Calibri"/>
              </a:rPr>
              <a:t>Week </a:t>
            </a:r>
            <a:r>
              <a:rPr lang="en-US" sz="1200" dirty="0" smtClean="0">
                <a:solidFill>
                  <a:srgbClr val="1A202C"/>
                </a:solidFill>
                <a:latin typeface="Calibri"/>
                <a:ea typeface="Calibri"/>
                <a:cs typeface="Calibri"/>
                <a:sym typeface="Calibri"/>
              </a:rPr>
              <a:t>3–4: Dashboard Development</a:t>
            </a:r>
            <a:endParaRPr sz="1200">
              <a:solidFill>
                <a:schemeClr val="dk1"/>
              </a:solidFill>
              <a:latin typeface="Calibri"/>
              <a:ea typeface="Calibri"/>
              <a:cs typeface="Calibri"/>
              <a:sym typeface="Calibri"/>
            </a:endParaRPr>
          </a:p>
          <a:p>
            <a:pPr marL="342900" indent="-342900">
              <a:spcBef>
                <a:spcPts val="500"/>
              </a:spcBef>
              <a:buClr>
                <a:srgbClr val="1A202C"/>
              </a:buClr>
              <a:buSzPts val="1200"/>
              <a:buFont typeface="Calibri"/>
              <a:buChar char="•"/>
            </a:pPr>
            <a:r>
              <a:rPr lang="en-US" sz="1200" dirty="0">
                <a:solidFill>
                  <a:srgbClr val="1A202C"/>
                </a:solidFill>
                <a:latin typeface="Calibri"/>
                <a:ea typeface="Calibri"/>
                <a:cs typeface="Calibri"/>
                <a:sym typeface="Calibri"/>
              </a:rPr>
              <a:t>Week </a:t>
            </a:r>
            <a:r>
              <a:rPr lang="en-US" sz="1200" dirty="0" smtClean="0">
                <a:solidFill>
                  <a:srgbClr val="1A202C"/>
                </a:solidFill>
                <a:latin typeface="Calibri"/>
                <a:ea typeface="Calibri"/>
                <a:cs typeface="Calibri"/>
                <a:sym typeface="Calibri"/>
              </a:rPr>
              <a:t>5–6: KPI Creation &amp; Visualization</a:t>
            </a:r>
            <a:endParaRPr sz="1200">
              <a:solidFill>
                <a:schemeClr val="dk1"/>
              </a:solidFill>
              <a:latin typeface="Calibri"/>
              <a:ea typeface="Calibri"/>
              <a:cs typeface="Calibri"/>
              <a:sym typeface="Calibri"/>
            </a:endParaRPr>
          </a:p>
          <a:p>
            <a:pPr marL="342900" indent="-342900">
              <a:spcBef>
                <a:spcPts val="500"/>
              </a:spcBef>
              <a:buClr>
                <a:srgbClr val="1A202C"/>
              </a:buClr>
              <a:buSzPts val="1200"/>
              <a:buFont typeface="Calibri"/>
              <a:buChar char="•"/>
            </a:pPr>
            <a:r>
              <a:rPr lang="en-US" sz="1200" dirty="0">
                <a:solidFill>
                  <a:srgbClr val="1A202C"/>
                </a:solidFill>
                <a:latin typeface="Calibri"/>
                <a:ea typeface="Calibri"/>
                <a:cs typeface="Calibri"/>
                <a:sym typeface="Calibri"/>
              </a:rPr>
              <a:t>Week </a:t>
            </a:r>
            <a:r>
              <a:rPr lang="en-US" sz="1200" dirty="0" smtClean="0">
                <a:solidFill>
                  <a:srgbClr val="1A202C"/>
                </a:solidFill>
                <a:latin typeface="Calibri"/>
                <a:ea typeface="Calibri"/>
                <a:cs typeface="Calibri"/>
                <a:sym typeface="Calibri"/>
              </a:rPr>
              <a:t>7-8: Documentation &amp; Final Submission</a:t>
            </a:r>
            <a:endParaRPr sz="1200">
              <a:solidFill>
                <a:schemeClr val="dk1"/>
              </a:solidFill>
              <a:latin typeface="Calibri"/>
              <a:ea typeface="Calibri"/>
              <a:cs typeface="Calibri"/>
              <a:sym typeface="Calibri"/>
            </a:endParaRPr>
          </a:p>
        </p:txBody>
      </p:sp>
      <p:sp>
        <p:nvSpPr>
          <p:cNvPr id="23" name="Google Shape;489;p53"/>
          <p:cNvSpPr/>
          <p:nvPr/>
        </p:nvSpPr>
        <p:spPr>
          <a:xfrm>
            <a:off x="457200" y="3562350"/>
            <a:ext cx="4352544" cy="457200"/>
          </a:xfrm>
          <a:prstGeom prst="rect">
            <a:avLst/>
          </a:prstGeom>
          <a:noFill/>
          <a:ln>
            <a:noFill/>
          </a:ln>
        </p:spPr>
        <p:txBody>
          <a:bodyPr spcFirstLastPara="1" wrap="square" lIns="0" tIns="0" rIns="0" bIns="0" anchor="t" anchorCtr="0">
            <a:noAutofit/>
          </a:bodyPr>
          <a:lstStyle/>
          <a:p>
            <a:pPr lvl="0">
              <a:buClr>
                <a:srgbClr val="D1D9E6"/>
              </a:buClr>
              <a:buSzPts val="1100"/>
            </a:pPr>
            <a:r>
              <a:rPr lang="en-US" sz="1100" dirty="0" smtClean="0">
                <a:solidFill>
                  <a:srgbClr val="D1D9E6"/>
                </a:solidFill>
                <a:latin typeface="Calibri"/>
                <a:ea typeface="Calibri"/>
                <a:cs typeface="Calibri"/>
                <a:sym typeface="Calibri"/>
              </a:rPr>
              <a:t>Its objective is to bridge the gap between academic knowledge and industry requirements by providing hands-on learning and mentor guidance.</a:t>
            </a:r>
            <a:endParaRPr lang="en-US" sz="1100" dirty="0">
              <a:solidFill>
                <a:schemeClr val="dk1"/>
              </a:solidFill>
              <a:latin typeface="Calibri"/>
              <a:ea typeface="Calibri"/>
              <a:cs typeface="Calibri"/>
              <a:sym typeface="Calibri"/>
            </a:endParaRPr>
          </a:p>
        </p:txBody>
      </p:sp>
      <p:sp>
        <p:nvSpPr>
          <p:cNvPr id="24" name="Google Shape;489;p53"/>
          <p:cNvSpPr/>
          <p:nvPr/>
        </p:nvSpPr>
        <p:spPr>
          <a:xfrm>
            <a:off x="457200" y="4095750"/>
            <a:ext cx="4352544" cy="457200"/>
          </a:xfrm>
          <a:prstGeom prst="rect">
            <a:avLst/>
          </a:prstGeom>
          <a:noFill/>
          <a:ln>
            <a:noFill/>
          </a:ln>
        </p:spPr>
        <p:txBody>
          <a:bodyPr spcFirstLastPara="1" wrap="square" lIns="0" tIns="0" rIns="0" bIns="0" anchor="t" anchorCtr="0">
            <a:noAutofit/>
          </a:bodyPr>
          <a:lstStyle/>
          <a:p>
            <a:pPr lvl="0">
              <a:buClr>
                <a:srgbClr val="D1D9E6"/>
              </a:buClr>
              <a:buSzPts val="1100"/>
            </a:pPr>
            <a:r>
              <a:rPr lang="en-US" sz="1100" dirty="0" err="1" smtClean="0">
                <a:solidFill>
                  <a:srgbClr val="D1D9E6"/>
                </a:solidFill>
                <a:latin typeface="Calibri"/>
                <a:ea typeface="Calibri"/>
                <a:cs typeface="Calibri"/>
                <a:sym typeface="Calibri"/>
              </a:rPr>
              <a:t>EduTech</a:t>
            </a:r>
            <a:r>
              <a:rPr lang="en-US" sz="1100" dirty="0" smtClean="0">
                <a:solidFill>
                  <a:srgbClr val="D1D9E6"/>
                </a:solidFill>
                <a:latin typeface="Calibri"/>
                <a:ea typeface="Calibri"/>
                <a:cs typeface="Calibri"/>
                <a:sym typeface="Calibri"/>
              </a:rPr>
              <a:t> Solutions encourages students to build practical skills, develop professional portfolios, and prepare for successful careers in the IT industry.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54"/>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6</a:t>
            </a:fld>
            <a:endParaRPr/>
          </a:p>
        </p:txBody>
      </p:sp>
      <p:sp>
        <p:nvSpPr>
          <p:cNvPr id="503" name="Google Shape;503;p54"/>
          <p:cNvSpPr txBox="1">
            <a:spLocks noGrp="1"/>
          </p:cNvSpPr>
          <p:nvPr>
            <p:ph type="title"/>
          </p:nvPr>
        </p:nvSpPr>
        <p:spPr>
          <a:xfrm>
            <a:off x="283850" y="285900"/>
            <a:ext cx="5674200" cy="9420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US"/>
              <a:t>Briefly describe the project objectives</a:t>
            </a:r>
            <a:endParaRPr/>
          </a:p>
        </p:txBody>
      </p:sp>
      <p:sp>
        <p:nvSpPr>
          <p:cNvPr id="506" name="Google Shape;506;p54"/>
          <p:cNvSpPr txBox="1">
            <a:spLocks noGrp="1"/>
          </p:cNvSpPr>
          <p:nvPr>
            <p:ph type="body" idx="1"/>
          </p:nvPr>
        </p:nvSpPr>
        <p:spPr>
          <a:xfrm>
            <a:off x="381000" y="3105150"/>
            <a:ext cx="2283600" cy="1219200"/>
          </a:xfrm>
          <a:prstGeom prst="rect">
            <a:avLst/>
          </a:prstGeom>
        </p:spPr>
        <p:txBody>
          <a:bodyPr spcFirstLastPara="1" wrap="square" lIns="0" tIns="0" rIns="0" bIns="0" anchor="t" anchorCtr="0">
            <a:noAutofit/>
          </a:bodyPr>
          <a:lstStyle/>
          <a:p>
            <a:pPr marL="0" indent="0">
              <a:buNone/>
            </a:pPr>
            <a:r>
              <a:rPr lang="en-US" sz="1100" b="1" dirty="0" smtClean="0"/>
              <a:t>Analyze Sales Performance:-</a:t>
            </a:r>
          </a:p>
          <a:p>
            <a:pPr marL="0" indent="0">
              <a:buNone/>
            </a:pPr>
            <a:endParaRPr lang="en-US" dirty="0" smtClean="0"/>
          </a:p>
          <a:p>
            <a:pPr marL="0" indent="0" algn="just">
              <a:buNone/>
            </a:pPr>
            <a:r>
              <a:rPr lang="en-US" dirty="0" smtClean="0"/>
              <a:t>Monitor overall sales, revenue, and order trends to evaluate business performance through interactive dashboards.</a:t>
            </a:r>
            <a:endParaRPr/>
          </a:p>
        </p:txBody>
      </p:sp>
      <p:sp>
        <p:nvSpPr>
          <p:cNvPr id="507" name="Google Shape;507;p54"/>
          <p:cNvSpPr txBox="1">
            <a:spLocks noGrp="1"/>
          </p:cNvSpPr>
          <p:nvPr>
            <p:ph type="body" idx="4"/>
          </p:nvPr>
        </p:nvSpPr>
        <p:spPr>
          <a:xfrm>
            <a:off x="3200400" y="3105150"/>
            <a:ext cx="2136600" cy="1219200"/>
          </a:xfrm>
          <a:prstGeom prst="rect">
            <a:avLst/>
          </a:prstGeom>
        </p:spPr>
        <p:txBody>
          <a:bodyPr spcFirstLastPara="1" wrap="square" lIns="0" tIns="0" rIns="0" bIns="0" anchor="t" anchorCtr="0">
            <a:noAutofit/>
          </a:bodyPr>
          <a:lstStyle/>
          <a:p>
            <a:pPr marL="0" lvl="0" indent="0">
              <a:buNone/>
            </a:pPr>
            <a:r>
              <a:rPr lang="en-US" sz="1100" b="1" dirty="0" smtClean="0"/>
              <a:t>Customer &amp; Product Insights:- </a:t>
            </a:r>
          </a:p>
          <a:p>
            <a:pPr marL="0" lvl="0" indent="0">
              <a:buNone/>
            </a:pPr>
            <a:r>
              <a:rPr lang="en-US" dirty="0" smtClean="0"/>
              <a:t> </a:t>
            </a:r>
          </a:p>
          <a:p>
            <a:pPr marL="0" lvl="0" indent="0" algn="just">
              <a:buNone/>
            </a:pPr>
            <a:r>
              <a:rPr lang="en-US" dirty="0" smtClean="0"/>
              <a:t>Identify customer behavior, top-selling product categories, and preferred payment methods using data visualization.</a:t>
            </a:r>
            <a:endParaRPr/>
          </a:p>
        </p:txBody>
      </p:sp>
      <p:sp>
        <p:nvSpPr>
          <p:cNvPr id="508" name="Google Shape;508;p54"/>
          <p:cNvSpPr txBox="1">
            <a:spLocks noGrp="1"/>
          </p:cNvSpPr>
          <p:nvPr>
            <p:ph type="body" idx="5"/>
          </p:nvPr>
        </p:nvSpPr>
        <p:spPr>
          <a:xfrm>
            <a:off x="6324600" y="3105150"/>
            <a:ext cx="2054700" cy="1371600"/>
          </a:xfrm>
          <a:prstGeom prst="rect">
            <a:avLst/>
          </a:prstGeom>
        </p:spPr>
        <p:txBody>
          <a:bodyPr spcFirstLastPara="1" wrap="square" lIns="0" tIns="0" rIns="0" bIns="0" anchor="t" anchorCtr="0">
            <a:noAutofit/>
          </a:bodyPr>
          <a:lstStyle/>
          <a:p>
            <a:pPr marL="0" lvl="0" indent="0">
              <a:buNone/>
            </a:pPr>
            <a:r>
              <a:rPr lang="en-US" sz="1100" b="1" dirty="0" smtClean="0"/>
              <a:t>Build an Interactive Dashboard:-</a:t>
            </a:r>
          </a:p>
          <a:p>
            <a:pPr marL="0" lvl="0" indent="0">
              <a:buNone/>
            </a:pPr>
            <a:r>
              <a:rPr lang="en-US" dirty="0" smtClean="0"/>
              <a:t> </a:t>
            </a:r>
          </a:p>
          <a:p>
            <a:pPr marL="0" lvl="0" indent="0" algn="just">
              <a:buNone/>
            </a:pPr>
            <a:r>
              <a:rPr lang="en-US" dirty="0" smtClean="0"/>
              <a:t>Develop a Tableau dashboard with KPIs, charts, and filters to support data-driven business decisions.</a:t>
            </a:r>
            <a:endParaRPr/>
          </a:p>
        </p:txBody>
      </p:sp>
      <p:sp>
        <p:nvSpPr>
          <p:cNvPr id="509" name="Google Shape;509;p54"/>
          <p:cNvSpPr/>
          <p:nvPr/>
        </p:nvSpPr>
        <p:spPr>
          <a:xfrm>
            <a:off x="457200" y="2190750"/>
            <a:ext cx="493800" cy="493800"/>
          </a:xfrm>
          <a:prstGeom prst="ellipse">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a:solidFill>
                  <a:schemeClr val="dk1"/>
                </a:solidFill>
                <a:latin typeface="Inter"/>
                <a:ea typeface="Inter"/>
                <a:cs typeface="Inter"/>
                <a:sym typeface="Inter"/>
              </a:rPr>
              <a:t>01</a:t>
            </a:r>
            <a:endParaRPr>
              <a:solidFill>
                <a:schemeClr val="dk1"/>
              </a:solidFill>
              <a:latin typeface="Inter"/>
              <a:ea typeface="Inter"/>
              <a:cs typeface="Inter"/>
              <a:sym typeface="Inter"/>
            </a:endParaRPr>
          </a:p>
        </p:txBody>
      </p:sp>
      <p:sp>
        <p:nvSpPr>
          <p:cNvPr id="510" name="Google Shape;510;p54"/>
          <p:cNvSpPr/>
          <p:nvPr/>
        </p:nvSpPr>
        <p:spPr>
          <a:xfrm>
            <a:off x="3276600" y="2190750"/>
            <a:ext cx="493800" cy="493800"/>
          </a:xfrm>
          <a:prstGeom prst="ellipse">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a:solidFill>
                  <a:schemeClr val="dk1"/>
                </a:solidFill>
                <a:latin typeface="Inter"/>
                <a:ea typeface="Inter"/>
                <a:cs typeface="Inter"/>
                <a:sym typeface="Inter"/>
              </a:rPr>
              <a:t>02</a:t>
            </a:r>
            <a:endParaRPr>
              <a:solidFill>
                <a:schemeClr val="dk1"/>
              </a:solidFill>
              <a:latin typeface="Inter"/>
              <a:ea typeface="Inter"/>
              <a:cs typeface="Inter"/>
              <a:sym typeface="Inter"/>
            </a:endParaRPr>
          </a:p>
        </p:txBody>
      </p:sp>
      <p:sp>
        <p:nvSpPr>
          <p:cNvPr id="511" name="Google Shape;511;p54"/>
          <p:cNvSpPr/>
          <p:nvPr/>
        </p:nvSpPr>
        <p:spPr>
          <a:xfrm>
            <a:off x="6172200" y="2190750"/>
            <a:ext cx="493800" cy="493800"/>
          </a:xfrm>
          <a:prstGeom prst="ellipse">
            <a:avLst/>
          </a:prstGeom>
          <a:solidFill>
            <a:schemeClr val="accent3"/>
          </a:solidFill>
          <a:ln>
            <a:noFill/>
          </a:ln>
        </p:spPr>
        <p:txBody>
          <a:bodyPr spcFirstLastPara="1" wrap="square" lIns="0" tIns="0" rIns="0" bIns="0" anchor="ctr" anchorCtr="0">
            <a:noAutofit/>
          </a:bodyPr>
          <a:lstStyle/>
          <a:p>
            <a:pPr marL="0" lvl="0" indent="0" algn="ctr" rtl="0">
              <a:spcBef>
                <a:spcPts val="0"/>
              </a:spcBef>
              <a:spcAft>
                <a:spcPts val="0"/>
              </a:spcAft>
              <a:buNone/>
            </a:pPr>
            <a:r>
              <a:rPr lang="en-US">
                <a:solidFill>
                  <a:schemeClr val="dk1"/>
                </a:solidFill>
                <a:latin typeface="Inter"/>
                <a:ea typeface="Inter"/>
                <a:cs typeface="Inter"/>
                <a:sym typeface="Inter"/>
              </a:rPr>
              <a:t>03</a:t>
            </a:r>
            <a:endParaRPr>
              <a:solidFill>
                <a:schemeClr val="dk1"/>
              </a:solidFill>
              <a:latin typeface="Inter"/>
              <a:ea typeface="Inter"/>
              <a:cs typeface="Inter"/>
              <a:sym typeface="Inter"/>
            </a:endParaRPr>
          </a:p>
        </p:txBody>
      </p:sp>
      <p:cxnSp>
        <p:nvCxnSpPr>
          <p:cNvPr id="512" name="Google Shape;512;p54"/>
          <p:cNvCxnSpPr/>
          <p:nvPr/>
        </p:nvCxnSpPr>
        <p:spPr>
          <a:xfrm>
            <a:off x="283850" y="1885950"/>
            <a:ext cx="8573100" cy="0"/>
          </a:xfrm>
          <a:prstGeom prst="straightConnector1">
            <a:avLst/>
          </a:prstGeom>
          <a:noFill/>
          <a:ln w="9525" cap="flat" cmpd="sng">
            <a:solidFill>
              <a:schemeClr val="lt1"/>
            </a:solidFill>
            <a:prstDash val="solid"/>
            <a:round/>
            <a:headEnd type="none" w="med" len="med"/>
            <a:tailEnd type="none" w="med" len="med"/>
          </a:ln>
        </p:spPr>
      </p:cxnSp>
      <p:cxnSp>
        <p:nvCxnSpPr>
          <p:cNvPr id="513" name="Google Shape;513;p54"/>
          <p:cNvCxnSpPr/>
          <p:nvPr/>
        </p:nvCxnSpPr>
        <p:spPr>
          <a:xfrm>
            <a:off x="283850" y="4683725"/>
            <a:ext cx="8573100" cy="0"/>
          </a:xfrm>
          <a:prstGeom prst="straightConnector1">
            <a:avLst/>
          </a:prstGeom>
          <a:noFill/>
          <a:ln w="9525" cap="flat" cmpd="sng">
            <a:solidFill>
              <a:schemeClr val="lt1"/>
            </a:solidFill>
            <a:prstDash val="solid"/>
            <a:round/>
            <a:headEnd type="none" w="med" len="med"/>
            <a:tailEnd type="non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55"/>
          <p:cNvSpPr/>
          <p:nvPr/>
        </p:nvSpPr>
        <p:spPr>
          <a:xfrm>
            <a:off x="1917075" y="1756750"/>
            <a:ext cx="4227300" cy="2745900"/>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519" name="Google Shape;519;p55"/>
          <p:cNvSpPr/>
          <p:nvPr/>
        </p:nvSpPr>
        <p:spPr>
          <a:xfrm>
            <a:off x="1917075" y="1751850"/>
            <a:ext cx="4229700" cy="168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Inter"/>
              <a:ea typeface="Inter"/>
              <a:cs typeface="Inter"/>
              <a:sym typeface="Inter"/>
            </a:endParaRPr>
          </a:p>
        </p:txBody>
      </p:sp>
      <p:sp>
        <p:nvSpPr>
          <p:cNvPr id="520" name="Google Shape;520;p55"/>
          <p:cNvSpPr txBox="1">
            <a:spLocks noGrp="1"/>
          </p:cNvSpPr>
          <p:nvPr>
            <p:ph type="title"/>
          </p:nvPr>
        </p:nvSpPr>
        <p:spPr>
          <a:xfrm>
            <a:off x="284850" y="474875"/>
            <a:ext cx="4227300" cy="1154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a:t>Project overview</a:t>
            </a:r>
            <a:endParaRPr/>
          </a:p>
        </p:txBody>
      </p:sp>
      <p:sp>
        <p:nvSpPr>
          <p:cNvPr id="521" name="Google Shape;521;p55"/>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7</a:t>
            </a:fld>
            <a:endParaRPr/>
          </a:p>
        </p:txBody>
      </p:sp>
      <p:sp>
        <p:nvSpPr>
          <p:cNvPr id="524" name="Google Shape;524;p55"/>
          <p:cNvSpPr txBox="1">
            <a:spLocks noGrp="1"/>
          </p:cNvSpPr>
          <p:nvPr>
            <p:ph type="body" idx="1"/>
          </p:nvPr>
        </p:nvSpPr>
        <p:spPr>
          <a:xfrm>
            <a:off x="1918275" y="1920750"/>
            <a:ext cx="4227300" cy="2556000"/>
          </a:xfrm>
          <a:prstGeom prst="rect">
            <a:avLst/>
          </a:prstGeom>
        </p:spPr>
        <p:txBody>
          <a:bodyPr spcFirstLastPara="1" wrap="square" lIns="182875" tIns="91425" rIns="182875" bIns="91425" anchor="t" anchorCtr="0">
            <a:noAutofit/>
          </a:bodyPr>
          <a:lstStyle/>
          <a:p>
            <a:pPr marL="0" lvl="0" indent="0" algn="just">
              <a:buNone/>
            </a:pPr>
            <a:r>
              <a:rPr lang="en-US" dirty="0" smtClean="0"/>
              <a:t>The </a:t>
            </a:r>
            <a:r>
              <a:rPr lang="en-US" b="1" dirty="0" smtClean="0"/>
              <a:t>E-Commerce Sales Dashboard</a:t>
            </a:r>
            <a:r>
              <a:rPr lang="en-US" dirty="0" smtClean="0"/>
              <a:t> is a Business Intelligence project developed using </a:t>
            </a:r>
            <a:r>
              <a:rPr lang="en-US" b="1" dirty="0" smtClean="0"/>
              <a:t>Tableau</a:t>
            </a:r>
            <a:r>
              <a:rPr lang="en-US" dirty="0" smtClean="0"/>
              <a:t> with the </a:t>
            </a:r>
            <a:r>
              <a:rPr lang="en-US" b="1" dirty="0" err="1" smtClean="0"/>
              <a:t>Olist</a:t>
            </a:r>
            <a:r>
              <a:rPr lang="en-US" b="1" dirty="0" smtClean="0"/>
              <a:t> Brazilian E-Commerce Dataset</a:t>
            </a:r>
            <a:r>
              <a:rPr lang="en-US" dirty="0" smtClean="0"/>
              <a:t>. The project integrates multiple datasets, including orders, customers, products, order items, and payments, to provide a complete view of business performance. Interactive KPIs and visualizations were created to analyze sales trends, customer activity, product categories, payment methods, and order status. The dashboard helps businesses identify key insights, monitor performance, and make informed, data-driven decisions through clear and interactive visual analytics.</a:t>
            </a:r>
          </a:p>
          <a:p>
            <a:pPr marL="0" lvl="0" indent="0" algn="just">
              <a:buNone/>
            </a:pPr>
            <a:endParaRPr/>
          </a:p>
        </p:txBody>
      </p:sp>
      <p:sp>
        <p:nvSpPr>
          <p:cNvPr id="525" name="Google Shape;525;p55"/>
          <p:cNvSpPr/>
          <p:nvPr/>
        </p:nvSpPr>
        <p:spPr>
          <a:xfrm rot="5400000">
            <a:off x="3852735" y="951709"/>
            <a:ext cx="659347" cy="659347"/>
          </a:xfrm>
          <a:custGeom>
            <a:avLst/>
            <a:gdLst/>
            <a:ahLst/>
            <a:cxnLst/>
            <a:rect l="l" t="t" r="r" b="b"/>
            <a:pathLst>
              <a:path w="32645" h="32645" extrusionOk="0">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cxnSp>
        <p:nvCxnSpPr>
          <p:cNvPr id="526" name="Google Shape;526;p55"/>
          <p:cNvCxnSpPr/>
          <p:nvPr/>
        </p:nvCxnSpPr>
        <p:spPr>
          <a:xfrm>
            <a:off x="283850" y="289571"/>
            <a:ext cx="8573100" cy="0"/>
          </a:xfrm>
          <a:prstGeom prst="straightConnector1">
            <a:avLst/>
          </a:prstGeom>
          <a:noFill/>
          <a:ln w="9525" cap="flat" cmpd="sng">
            <a:solidFill>
              <a:schemeClr val="lt1"/>
            </a:solidFill>
            <a:prstDash val="solid"/>
            <a:round/>
            <a:headEnd type="none" w="med" len="med"/>
            <a:tailEnd type="none" w="med" len="med"/>
          </a:ln>
        </p:spPr>
      </p:cxnSp>
      <p:cxnSp>
        <p:nvCxnSpPr>
          <p:cNvPr id="527" name="Google Shape;527;p55"/>
          <p:cNvCxnSpPr/>
          <p:nvPr/>
        </p:nvCxnSpPr>
        <p:spPr>
          <a:xfrm>
            <a:off x="283850" y="1751842"/>
            <a:ext cx="8573100" cy="0"/>
          </a:xfrm>
          <a:prstGeom prst="straightConnector1">
            <a:avLst/>
          </a:prstGeom>
          <a:noFill/>
          <a:ln w="9525" cap="flat" cmpd="sng">
            <a:solidFill>
              <a:schemeClr val="lt1"/>
            </a:solidFill>
            <a:prstDash val="solid"/>
            <a:round/>
            <a:headEnd type="none" w="med" len="med"/>
            <a:tailEnd type="none" w="med" len="med"/>
          </a:ln>
        </p:spPr>
      </p:cxnSp>
      <p:cxnSp>
        <p:nvCxnSpPr>
          <p:cNvPr id="528" name="Google Shape;528;p55"/>
          <p:cNvCxnSpPr/>
          <p:nvPr/>
        </p:nvCxnSpPr>
        <p:spPr>
          <a:xfrm>
            <a:off x="283850" y="4683734"/>
            <a:ext cx="8573100" cy="0"/>
          </a:xfrm>
          <a:prstGeom prst="straightConnector1">
            <a:avLst/>
          </a:prstGeom>
          <a:noFill/>
          <a:ln w="9525" cap="flat" cmpd="sng">
            <a:solidFill>
              <a:schemeClr val="lt1"/>
            </a:solidFill>
            <a:prstDash val="solid"/>
            <a:round/>
            <a:headEnd type="none" w="med" len="med"/>
            <a:tailEnd type="non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Shape 533"/>
        <p:cNvGrpSpPr/>
        <p:nvPr/>
      </p:nvGrpSpPr>
      <p:grpSpPr>
        <a:xfrm>
          <a:off x="0" y="0"/>
          <a:ext cx="0" cy="0"/>
          <a:chOff x="0" y="0"/>
          <a:chExt cx="0" cy="0"/>
        </a:xfrm>
      </p:grpSpPr>
      <p:sp>
        <p:nvSpPr>
          <p:cNvPr id="534" name="Google Shape;534;p56"/>
          <p:cNvSpPr/>
          <p:nvPr/>
        </p:nvSpPr>
        <p:spPr>
          <a:xfrm>
            <a:off x="0" y="0"/>
            <a:ext cx="9144000" cy="914400"/>
          </a:xfrm>
          <a:prstGeom prst="rect">
            <a:avLst/>
          </a:prstGeom>
          <a:solidFill>
            <a:srgbClr val="1A3C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56"/>
          <p:cNvSpPr/>
          <p:nvPr/>
        </p:nvSpPr>
        <p:spPr>
          <a:xfrm>
            <a:off x="0" y="0"/>
            <a:ext cx="164592" cy="914400"/>
          </a:xfrm>
          <a:prstGeom prst="rect">
            <a:avLst/>
          </a:prstGeom>
          <a:solidFill>
            <a:srgbClr val="3A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56"/>
          <p:cNvSpPr/>
          <p:nvPr/>
        </p:nvSpPr>
        <p:spPr>
          <a:xfrm>
            <a:off x="320040" y="146304"/>
            <a:ext cx="621792" cy="621792"/>
          </a:xfrm>
          <a:prstGeom prst="ellipse">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37" name="Google Shape;537;p56" descr="preencoded.png"/>
          <p:cNvPicPr preferRelativeResize="0"/>
          <p:nvPr/>
        </p:nvPicPr>
        <p:blipFill rotWithShape="1">
          <a:blip r:embed="rId3">
            <a:alphaModFix/>
          </a:blip>
          <a:srcRect/>
          <a:stretch/>
        </p:blipFill>
        <p:spPr>
          <a:xfrm>
            <a:off x="402336" y="228600"/>
            <a:ext cx="457200" cy="457200"/>
          </a:xfrm>
          <a:prstGeom prst="rect">
            <a:avLst/>
          </a:prstGeom>
          <a:noFill/>
          <a:ln>
            <a:noFill/>
          </a:ln>
        </p:spPr>
      </p:pic>
      <p:sp>
        <p:nvSpPr>
          <p:cNvPr id="538" name="Google Shape;538;p56"/>
          <p:cNvSpPr/>
          <p:nvPr/>
        </p:nvSpPr>
        <p:spPr>
          <a:xfrm>
            <a:off x="1078992" y="0"/>
            <a:ext cx="621792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400"/>
              <a:buFont typeface="Calibri"/>
              <a:buNone/>
            </a:pPr>
            <a:r>
              <a:rPr lang="en-US" sz="2400" b="1">
                <a:solidFill>
                  <a:srgbClr val="FFFFFF"/>
                </a:solidFill>
                <a:latin typeface="Calibri"/>
                <a:ea typeface="Calibri"/>
                <a:cs typeface="Calibri"/>
                <a:sym typeface="Calibri"/>
              </a:rPr>
              <a:t>Objectives</a:t>
            </a:r>
            <a:endParaRPr sz="2400">
              <a:solidFill>
                <a:schemeClr val="dk1"/>
              </a:solidFill>
              <a:latin typeface="Calibri"/>
              <a:ea typeface="Calibri"/>
              <a:cs typeface="Calibri"/>
              <a:sym typeface="Calibri"/>
            </a:endParaRPr>
          </a:p>
        </p:txBody>
      </p:sp>
      <p:sp>
        <p:nvSpPr>
          <p:cNvPr id="539" name="Google Shape;539;p56"/>
          <p:cNvSpPr/>
          <p:nvPr/>
        </p:nvSpPr>
        <p:spPr>
          <a:xfrm>
            <a:off x="6949440" y="0"/>
            <a:ext cx="640080" cy="914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1D9E6"/>
              </a:buClr>
              <a:buSzPts val="900"/>
              <a:buFont typeface="Calibri"/>
              <a:buNone/>
            </a:pPr>
            <a:r>
              <a:rPr lang="en-US" sz="900">
                <a:solidFill>
                  <a:srgbClr val="D1D9E6"/>
                </a:solidFill>
                <a:latin typeface="Calibri"/>
                <a:ea typeface="Calibri"/>
                <a:cs typeface="Calibri"/>
                <a:sym typeface="Calibri"/>
              </a:rPr>
              <a:t>4 / 10</a:t>
            </a:r>
            <a:endParaRPr sz="900">
              <a:solidFill>
                <a:schemeClr val="dk1"/>
              </a:solidFill>
              <a:latin typeface="Calibri"/>
              <a:ea typeface="Calibri"/>
              <a:cs typeface="Calibri"/>
              <a:sym typeface="Calibri"/>
            </a:endParaRPr>
          </a:p>
        </p:txBody>
      </p:sp>
      <p:pic>
        <p:nvPicPr>
          <p:cNvPr id="540" name="Google Shape;540;p56" descr="/home/claude/logo_nobg.png"/>
          <p:cNvPicPr preferRelativeResize="0"/>
          <p:nvPr/>
        </p:nvPicPr>
        <p:blipFill rotWithShape="1">
          <a:blip r:embed="rId4">
            <a:alphaModFix/>
          </a:blip>
          <a:srcRect/>
          <a:stretch/>
        </p:blipFill>
        <p:spPr>
          <a:xfrm>
            <a:off x="7635240" y="54864"/>
            <a:ext cx="1371600" cy="569433"/>
          </a:xfrm>
          <a:prstGeom prst="rect">
            <a:avLst/>
          </a:prstGeom>
          <a:noFill/>
          <a:ln>
            <a:noFill/>
          </a:ln>
        </p:spPr>
      </p:pic>
      <p:sp>
        <p:nvSpPr>
          <p:cNvPr id="541" name="Google Shape;541;p56"/>
          <p:cNvSpPr/>
          <p:nvPr/>
        </p:nvSpPr>
        <p:spPr>
          <a:xfrm>
            <a:off x="256032" y="1078992"/>
            <a:ext cx="2834640" cy="3858768"/>
          </a:xfrm>
          <a:prstGeom prst="rect">
            <a:avLst/>
          </a:prstGeom>
          <a:solidFill>
            <a:srgbClr val="FFFFFF"/>
          </a:solidFill>
          <a:ln>
            <a:noFill/>
          </a:ln>
          <a:effectLst>
            <a:outerShdw blurRad="1016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56"/>
          <p:cNvSpPr/>
          <p:nvPr/>
        </p:nvSpPr>
        <p:spPr>
          <a:xfrm>
            <a:off x="256032" y="1078992"/>
            <a:ext cx="2834640" cy="1005840"/>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56"/>
          <p:cNvSpPr/>
          <p:nvPr/>
        </p:nvSpPr>
        <p:spPr>
          <a:xfrm>
            <a:off x="1261872" y="1216152"/>
            <a:ext cx="749808" cy="749808"/>
          </a:xfrm>
          <a:prstGeom prst="ellipse">
            <a:avLst/>
          </a:prstGeom>
          <a:solidFill>
            <a:srgbClr val="3AACF0">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44" name="Google Shape;544;p56" descr="preencoded.png"/>
          <p:cNvPicPr preferRelativeResize="0"/>
          <p:nvPr/>
        </p:nvPicPr>
        <p:blipFill rotWithShape="1">
          <a:blip r:embed="rId5">
            <a:alphaModFix/>
          </a:blip>
          <a:srcRect/>
          <a:stretch/>
        </p:blipFill>
        <p:spPr>
          <a:xfrm>
            <a:off x="1362456" y="1316736"/>
            <a:ext cx="548640" cy="548640"/>
          </a:xfrm>
          <a:prstGeom prst="rect">
            <a:avLst/>
          </a:prstGeom>
          <a:noFill/>
          <a:ln>
            <a:noFill/>
          </a:ln>
        </p:spPr>
      </p:pic>
      <p:sp>
        <p:nvSpPr>
          <p:cNvPr id="545" name="Google Shape;545;p56"/>
          <p:cNvSpPr/>
          <p:nvPr/>
        </p:nvSpPr>
        <p:spPr>
          <a:xfrm>
            <a:off x="347472" y="2103120"/>
            <a:ext cx="265176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3C6E"/>
              </a:buClr>
              <a:buSzPts val="1200"/>
              <a:buFont typeface="Calibri"/>
              <a:buNone/>
            </a:pPr>
            <a:r>
              <a:rPr lang="en-US" sz="1200" b="1">
                <a:solidFill>
                  <a:srgbClr val="1A3C6E"/>
                </a:solidFill>
                <a:latin typeface="Calibri"/>
                <a:ea typeface="Calibri"/>
                <a:cs typeface="Calibri"/>
                <a:sym typeface="Calibri"/>
              </a:rPr>
              <a:t>Learning Goals</a:t>
            </a:r>
            <a:endParaRPr sz="1200">
              <a:solidFill>
                <a:schemeClr val="dk1"/>
              </a:solidFill>
              <a:latin typeface="Calibri"/>
              <a:ea typeface="Calibri"/>
              <a:cs typeface="Calibri"/>
              <a:sym typeface="Calibri"/>
            </a:endParaRPr>
          </a:p>
        </p:txBody>
      </p:sp>
      <p:sp>
        <p:nvSpPr>
          <p:cNvPr id="546" name="Google Shape;546;p56"/>
          <p:cNvSpPr/>
          <p:nvPr/>
        </p:nvSpPr>
        <p:spPr>
          <a:xfrm>
            <a:off x="438912" y="2496312"/>
            <a:ext cx="2468880" cy="2414016"/>
          </a:xfrm>
          <a:prstGeom prst="rect">
            <a:avLst/>
          </a:prstGeom>
          <a:noFill/>
          <a:ln>
            <a:noFill/>
          </a:ln>
        </p:spPr>
        <p:txBody>
          <a:bodyPr spcFirstLastPara="1" wrap="square" lIns="0" tIns="0" rIns="0" bIns="0" anchor="ctr" anchorCtr="0">
            <a:noAutofit/>
          </a:bodyPr>
          <a:lstStyle/>
          <a:p>
            <a:pPr marL="457200" lvl="0" indent="-301625">
              <a:spcBef>
                <a:spcPts val="1700"/>
              </a:spcBef>
              <a:buClr>
                <a:srgbClr val="1A202C"/>
              </a:buClr>
              <a:buSzPts val="1150"/>
            </a:pPr>
            <a:r>
              <a:rPr lang="en-US" sz="1150" dirty="0" smtClean="0">
                <a:solidFill>
                  <a:srgbClr val="1A202C"/>
                </a:solidFill>
                <a:latin typeface="Calibri"/>
                <a:ea typeface="Calibri"/>
                <a:cs typeface="Calibri"/>
                <a:sym typeface="Calibri"/>
              </a:rPr>
              <a:t> </a:t>
            </a:r>
          </a:p>
          <a:p>
            <a:pPr marL="457200" lvl="0" indent="-301625">
              <a:spcBef>
                <a:spcPts val="1700"/>
              </a:spcBef>
              <a:buClr>
                <a:srgbClr val="1A202C"/>
              </a:buClr>
              <a:buSzPts val="1150"/>
              <a:buFont typeface="Calibri"/>
              <a:buChar char="•"/>
            </a:pPr>
            <a:r>
              <a:rPr lang="en-US" sz="1150" dirty="0" smtClean="0">
                <a:solidFill>
                  <a:srgbClr val="1A202C"/>
                </a:solidFill>
                <a:latin typeface="Calibri"/>
                <a:ea typeface="Calibri"/>
                <a:cs typeface="Calibri"/>
                <a:sym typeface="Calibri"/>
              </a:rPr>
              <a:t> Learn Tableau Dashboard Development. </a:t>
            </a:r>
          </a:p>
          <a:p>
            <a:pPr marL="457200" lvl="0" indent="-301625">
              <a:spcBef>
                <a:spcPts val="1700"/>
              </a:spcBef>
              <a:buClr>
                <a:srgbClr val="1A202C"/>
              </a:buClr>
              <a:buSzPts val="1150"/>
              <a:buFont typeface="Calibri"/>
              <a:buChar char="•"/>
            </a:pPr>
            <a:r>
              <a:rPr lang="en-US" sz="1150" dirty="0" smtClean="0">
                <a:solidFill>
                  <a:srgbClr val="1A202C"/>
                </a:solidFill>
                <a:latin typeface="Calibri"/>
                <a:ea typeface="Calibri"/>
                <a:cs typeface="Calibri"/>
                <a:sym typeface="Calibri"/>
              </a:rPr>
              <a:t>Understand Business Intelligence concepts. </a:t>
            </a:r>
          </a:p>
          <a:p>
            <a:pPr marL="457200" lvl="0" indent="-301625">
              <a:spcBef>
                <a:spcPts val="1700"/>
              </a:spcBef>
              <a:buClr>
                <a:srgbClr val="1A202C"/>
              </a:buClr>
              <a:buSzPts val="1150"/>
              <a:buFont typeface="Calibri"/>
              <a:buChar char="•"/>
            </a:pPr>
            <a:r>
              <a:rPr lang="en-US" sz="1150" dirty="0" smtClean="0">
                <a:solidFill>
                  <a:srgbClr val="1A202C"/>
                </a:solidFill>
                <a:latin typeface="Calibri"/>
                <a:ea typeface="Calibri"/>
                <a:cs typeface="Calibri"/>
                <a:sym typeface="Calibri"/>
              </a:rPr>
              <a:t>Gain practical knowledge of data visualization. </a:t>
            </a:r>
          </a:p>
          <a:p>
            <a:pPr marL="457200" lvl="0" indent="-301625">
              <a:spcBef>
                <a:spcPts val="1700"/>
              </a:spcBef>
              <a:buClr>
                <a:srgbClr val="1A202C"/>
              </a:buClr>
              <a:buSzPts val="1150"/>
              <a:buFont typeface="Calibri"/>
              <a:buChar char="•"/>
            </a:pPr>
            <a:r>
              <a:rPr lang="en-US" sz="1150" dirty="0" smtClean="0">
                <a:solidFill>
                  <a:srgbClr val="1A202C"/>
                </a:solidFill>
                <a:latin typeface="Calibri"/>
                <a:ea typeface="Calibri"/>
                <a:cs typeface="Calibri"/>
                <a:sym typeface="Calibri"/>
              </a:rPr>
              <a:t>Work with multiple related datasets.</a:t>
            </a:r>
          </a:p>
          <a:p>
            <a:pPr marL="0" marR="0" lvl="0" indent="0" algn="l" rtl="0">
              <a:spcBef>
                <a:spcPts val="1700"/>
              </a:spcBef>
              <a:spcAft>
                <a:spcPts val="0"/>
              </a:spcAft>
              <a:buNone/>
            </a:pPr>
            <a:endParaRPr sz="1150">
              <a:solidFill>
                <a:srgbClr val="1A202C"/>
              </a:solidFill>
              <a:latin typeface="Calibri"/>
              <a:ea typeface="Calibri"/>
              <a:cs typeface="Calibri"/>
              <a:sym typeface="Calibri"/>
            </a:endParaRPr>
          </a:p>
        </p:txBody>
      </p:sp>
      <p:sp>
        <p:nvSpPr>
          <p:cNvPr id="547" name="Google Shape;547;p56"/>
          <p:cNvSpPr/>
          <p:nvPr/>
        </p:nvSpPr>
        <p:spPr>
          <a:xfrm>
            <a:off x="3218688" y="1078992"/>
            <a:ext cx="2834640" cy="3858768"/>
          </a:xfrm>
          <a:prstGeom prst="rect">
            <a:avLst/>
          </a:prstGeom>
          <a:solidFill>
            <a:srgbClr val="FFFFFF"/>
          </a:solidFill>
          <a:ln>
            <a:noFill/>
          </a:ln>
          <a:effectLst>
            <a:outerShdw blurRad="1016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56"/>
          <p:cNvSpPr/>
          <p:nvPr/>
        </p:nvSpPr>
        <p:spPr>
          <a:xfrm>
            <a:off x="3218688" y="1078992"/>
            <a:ext cx="2834640" cy="1005840"/>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56"/>
          <p:cNvSpPr/>
          <p:nvPr/>
        </p:nvSpPr>
        <p:spPr>
          <a:xfrm>
            <a:off x="4224528" y="1216152"/>
            <a:ext cx="749808" cy="749808"/>
          </a:xfrm>
          <a:prstGeom prst="ellipse">
            <a:avLst/>
          </a:prstGeom>
          <a:solidFill>
            <a:srgbClr val="3AACF0">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50" name="Google Shape;550;p56" descr="preencoded.png"/>
          <p:cNvPicPr preferRelativeResize="0"/>
          <p:nvPr/>
        </p:nvPicPr>
        <p:blipFill rotWithShape="1">
          <a:blip r:embed="rId6">
            <a:alphaModFix/>
          </a:blip>
          <a:srcRect/>
          <a:stretch/>
        </p:blipFill>
        <p:spPr>
          <a:xfrm>
            <a:off x="4325112" y="1316736"/>
            <a:ext cx="548640" cy="548640"/>
          </a:xfrm>
          <a:prstGeom prst="rect">
            <a:avLst/>
          </a:prstGeom>
          <a:noFill/>
          <a:ln>
            <a:noFill/>
          </a:ln>
        </p:spPr>
      </p:pic>
      <p:sp>
        <p:nvSpPr>
          <p:cNvPr id="551" name="Google Shape;551;p56"/>
          <p:cNvSpPr/>
          <p:nvPr/>
        </p:nvSpPr>
        <p:spPr>
          <a:xfrm>
            <a:off x="3310128" y="2103120"/>
            <a:ext cx="265176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3C6E"/>
              </a:buClr>
              <a:buSzPts val="1200"/>
              <a:buFont typeface="Calibri"/>
              <a:buNone/>
            </a:pPr>
            <a:r>
              <a:rPr lang="en-US" sz="1200" b="1">
                <a:solidFill>
                  <a:srgbClr val="1A3C6E"/>
                </a:solidFill>
                <a:latin typeface="Calibri"/>
                <a:ea typeface="Calibri"/>
                <a:cs typeface="Calibri"/>
                <a:sym typeface="Calibri"/>
              </a:rPr>
              <a:t>Technical Development</a:t>
            </a:r>
            <a:endParaRPr sz="1200">
              <a:solidFill>
                <a:schemeClr val="dk1"/>
              </a:solidFill>
              <a:latin typeface="Calibri"/>
              <a:ea typeface="Calibri"/>
              <a:cs typeface="Calibri"/>
              <a:sym typeface="Calibri"/>
            </a:endParaRPr>
          </a:p>
        </p:txBody>
      </p:sp>
      <p:sp>
        <p:nvSpPr>
          <p:cNvPr id="552" name="Google Shape;552;p56"/>
          <p:cNvSpPr/>
          <p:nvPr/>
        </p:nvSpPr>
        <p:spPr>
          <a:xfrm>
            <a:off x="3429000" y="2419350"/>
            <a:ext cx="2468880" cy="1805178"/>
          </a:xfrm>
          <a:prstGeom prst="rect">
            <a:avLst/>
          </a:prstGeom>
          <a:noFill/>
          <a:ln>
            <a:noFill/>
          </a:ln>
        </p:spPr>
        <p:txBody>
          <a:bodyPr spcFirstLastPara="1" wrap="square" lIns="0" tIns="0" rIns="0" bIns="0" anchor="ctr" anchorCtr="0">
            <a:noAutofit/>
          </a:bodyPr>
          <a:lstStyle/>
          <a:p>
            <a:pPr marL="457200" lvl="0" indent="-298450">
              <a:lnSpc>
                <a:spcPct val="115000"/>
              </a:lnSpc>
              <a:spcBef>
                <a:spcPts val="1200"/>
              </a:spcBef>
              <a:buClr>
                <a:schemeClr val="dk1"/>
              </a:buClr>
              <a:buSzPts val="1100"/>
              <a:buChar char="•"/>
            </a:pPr>
            <a:r>
              <a:rPr lang="en-US" sz="1100" dirty="0" smtClean="0">
                <a:solidFill>
                  <a:schemeClr val="dk1"/>
                </a:solidFill>
              </a:rPr>
              <a:t>Build KPI cards.</a:t>
            </a:r>
          </a:p>
          <a:p>
            <a:pPr marL="457200" lvl="0" indent="-298450">
              <a:lnSpc>
                <a:spcPct val="115000"/>
              </a:lnSpc>
              <a:spcBef>
                <a:spcPts val="1200"/>
              </a:spcBef>
              <a:buClr>
                <a:schemeClr val="dk1"/>
              </a:buClr>
              <a:buSzPts val="1100"/>
              <a:buChar char="•"/>
            </a:pPr>
            <a:r>
              <a:rPr lang="en-US" sz="1100" dirty="0" smtClean="0">
                <a:solidFill>
                  <a:schemeClr val="dk1"/>
                </a:solidFill>
              </a:rPr>
              <a:t> Create interactive dashboards.</a:t>
            </a:r>
          </a:p>
          <a:p>
            <a:pPr marL="457200" lvl="0" indent="-298450">
              <a:lnSpc>
                <a:spcPct val="115000"/>
              </a:lnSpc>
              <a:spcBef>
                <a:spcPts val="1200"/>
              </a:spcBef>
              <a:buClr>
                <a:schemeClr val="dk1"/>
              </a:buClr>
              <a:buSzPts val="1100"/>
              <a:buChar char="•"/>
            </a:pPr>
            <a:r>
              <a:rPr lang="en-US" sz="1100" dirty="0" smtClean="0">
                <a:solidFill>
                  <a:schemeClr val="dk1"/>
                </a:solidFill>
              </a:rPr>
              <a:t> Establish table relationships.</a:t>
            </a:r>
          </a:p>
          <a:p>
            <a:pPr marL="457200" lvl="0" indent="-298450">
              <a:lnSpc>
                <a:spcPct val="115000"/>
              </a:lnSpc>
              <a:spcBef>
                <a:spcPts val="1200"/>
              </a:spcBef>
              <a:buClr>
                <a:schemeClr val="dk1"/>
              </a:buClr>
              <a:buSzPts val="1100"/>
              <a:buChar char="•"/>
            </a:pPr>
            <a:r>
              <a:rPr lang="en-US" sz="1100" dirty="0" smtClean="0">
                <a:solidFill>
                  <a:schemeClr val="dk1"/>
                </a:solidFill>
              </a:rPr>
              <a:t> Analyze business performance.</a:t>
            </a:r>
          </a:p>
        </p:txBody>
      </p:sp>
      <p:sp>
        <p:nvSpPr>
          <p:cNvPr id="553" name="Google Shape;553;p56"/>
          <p:cNvSpPr/>
          <p:nvPr/>
        </p:nvSpPr>
        <p:spPr>
          <a:xfrm>
            <a:off x="6181344" y="1078992"/>
            <a:ext cx="2834640" cy="3858768"/>
          </a:xfrm>
          <a:prstGeom prst="rect">
            <a:avLst/>
          </a:prstGeom>
          <a:solidFill>
            <a:srgbClr val="FFFFFF"/>
          </a:solidFill>
          <a:ln>
            <a:noFill/>
          </a:ln>
          <a:effectLst>
            <a:outerShdw blurRad="1016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56"/>
          <p:cNvSpPr/>
          <p:nvPr/>
        </p:nvSpPr>
        <p:spPr>
          <a:xfrm>
            <a:off x="6181344" y="1078992"/>
            <a:ext cx="2834640" cy="1005840"/>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56"/>
          <p:cNvSpPr/>
          <p:nvPr/>
        </p:nvSpPr>
        <p:spPr>
          <a:xfrm>
            <a:off x="7187184" y="1216152"/>
            <a:ext cx="749808" cy="749808"/>
          </a:xfrm>
          <a:prstGeom prst="ellipse">
            <a:avLst/>
          </a:prstGeom>
          <a:solidFill>
            <a:srgbClr val="3AACF0">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56" name="Google Shape;556;p56" descr="preencoded.png"/>
          <p:cNvPicPr preferRelativeResize="0"/>
          <p:nvPr/>
        </p:nvPicPr>
        <p:blipFill rotWithShape="1">
          <a:blip r:embed="rId7">
            <a:alphaModFix/>
          </a:blip>
          <a:srcRect/>
          <a:stretch/>
        </p:blipFill>
        <p:spPr>
          <a:xfrm>
            <a:off x="7287768" y="1316736"/>
            <a:ext cx="548640" cy="548640"/>
          </a:xfrm>
          <a:prstGeom prst="rect">
            <a:avLst/>
          </a:prstGeom>
          <a:noFill/>
          <a:ln>
            <a:noFill/>
          </a:ln>
        </p:spPr>
      </p:pic>
      <p:sp>
        <p:nvSpPr>
          <p:cNvPr id="557" name="Google Shape;557;p56"/>
          <p:cNvSpPr/>
          <p:nvPr/>
        </p:nvSpPr>
        <p:spPr>
          <a:xfrm>
            <a:off x="6272784" y="2103120"/>
            <a:ext cx="265176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A3C6E"/>
              </a:buClr>
              <a:buSzPts val="1200"/>
              <a:buFont typeface="Calibri"/>
              <a:buNone/>
            </a:pPr>
            <a:r>
              <a:rPr lang="en-US" sz="1200" b="1">
                <a:solidFill>
                  <a:srgbClr val="1A3C6E"/>
                </a:solidFill>
                <a:latin typeface="Calibri"/>
                <a:ea typeface="Calibri"/>
                <a:cs typeface="Calibri"/>
                <a:sym typeface="Calibri"/>
              </a:rPr>
              <a:t>Project Objectives</a:t>
            </a:r>
            <a:endParaRPr sz="1200">
              <a:solidFill>
                <a:schemeClr val="dk1"/>
              </a:solidFill>
              <a:latin typeface="Calibri"/>
              <a:ea typeface="Calibri"/>
              <a:cs typeface="Calibri"/>
              <a:sym typeface="Calibri"/>
            </a:endParaRPr>
          </a:p>
        </p:txBody>
      </p:sp>
      <p:sp>
        <p:nvSpPr>
          <p:cNvPr id="558" name="Google Shape;558;p56"/>
          <p:cNvSpPr/>
          <p:nvPr/>
        </p:nvSpPr>
        <p:spPr>
          <a:xfrm>
            <a:off x="6364225" y="2450600"/>
            <a:ext cx="2469000" cy="2459700"/>
          </a:xfrm>
          <a:prstGeom prst="rect">
            <a:avLst/>
          </a:prstGeom>
          <a:noFill/>
          <a:ln>
            <a:noFill/>
          </a:ln>
        </p:spPr>
        <p:txBody>
          <a:bodyPr spcFirstLastPara="1" wrap="square" lIns="0" tIns="0" rIns="0" bIns="0" anchor="ctr" anchorCtr="0">
            <a:noAutofit/>
          </a:bodyPr>
          <a:lstStyle/>
          <a:p>
            <a:pPr marL="457200" lvl="0" indent="-301625">
              <a:spcBef>
                <a:spcPts val="1700"/>
              </a:spcBef>
              <a:buClr>
                <a:srgbClr val="1A202C"/>
              </a:buClr>
              <a:buSzPts val="1150"/>
              <a:buFont typeface="Calibri"/>
              <a:buChar char="•"/>
            </a:pPr>
            <a:r>
              <a:rPr lang="en-US" sz="1150" dirty="0" smtClean="0">
                <a:solidFill>
                  <a:srgbClr val="1A202C"/>
                </a:solidFill>
                <a:latin typeface="Calibri"/>
                <a:ea typeface="Calibri"/>
                <a:cs typeface="Calibri"/>
                <a:sym typeface="Calibri"/>
              </a:rPr>
              <a:t>Analyze sales performance.</a:t>
            </a:r>
          </a:p>
          <a:p>
            <a:pPr marL="457200" lvl="0" indent="-301625">
              <a:spcBef>
                <a:spcPts val="1700"/>
              </a:spcBef>
              <a:buClr>
                <a:srgbClr val="1A202C"/>
              </a:buClr>
              <a:buSzPts val="1150"/>
              <a:buFont typeface="Calibri"/>
              <a:buChar char="•"/>
            </a:pPr>
            <a:r>
              <a:rPr lang="en-US" sz="1150" dirty="0" smtClean="0">
                <a:solidFill>
                  <a:srgbClr val="1A202C"/>
                </a:solidFill>
                <a:latin typeface="Calibri"/>
                <a:ea typeface="Calibri"/>
                <a:cs typeface="Calibri"/>
                <a:sym typeface="Calibri"/>
              </a:rPr>
              <a:t> Monitor customer activity.</a:t>
            </a:r>
          </a:p>
          <a:p>
            <a:pPr marL="457200" lvl="0" indent="-301625">
              <a:spcBef>
                <a:spcPts val="1700"/>
              </a:spcBef>
              <a:buClr>
                <a:srgbClr val="1A202C"/>
              </a:buClr>
              <a:buSzPts val="1150"/>
              <a:buFont typeface="Calibri"/>
              <a:buChar char="•"/>
            </a:pPr>
            <a:r>
              <a:rPr lang="en-US" sz="1150" dirty="0" smtClean="0">
                <a:solidFill>
                  <a:srgbClr val="1A202C"/>
                </a:solidFill>
                <a:latin typeface="Calibri"/>
                <a:ea typeface="Calibri"/>
                <a:cs typeface="Calibri"/>
                <a:sym typeface="Calibri"/>
              </a:rPr>
              <a:t> Identify top-performing products.</a:t>
            </a:r>
          </a:p>
          <a:p>
            <a:pPr marL="457200" lvl="0" indent="-301625">
              <a:spcBef>
                <a:spcPts val="1700"/>
              </a:spcBef>
              <a:buClr>
                <a:srgbClr val="1A202C"/>
              </a:buClr>
              <a:buSzPts val="1150"/>
              <a:buFont typeface="Calibri"/>
              <a:buChar char="•"/>
            </a:pPr>
            <a:r>
              <a:rPr lang="en-US" sz="1150" dirty="0" smtClean="0">
                <a:solidFill>
                  <a:srgbClr val="1A202C"/>
                </a:solidFill>
                <a:latin typeface="Calibri"/>
                <a:ea typeface="Calibri"/>
                <a:cs typeface="Calibri"/>
                <a:sym typeface="Calibri"/>
              </a:rPr>
              <a:t> Understand payment trends.</a:t>
            </a:r>
          </a:p>
          <a:p>
            <a:pPr marL="457200" lvl="0" indent="-301625">
              <a:spcBef>
                <a:spcPts val="1700"/>
              </a:spcBef>
              <a:buClr>
                <a:srgbClr val="1A202C"/>
              </a:buClr>
              <a:buSzPts val="1150"/>
              <a:buFont typeface="Calibri"/>
              <a:buChar char="•"/>
            </a:pPr>
            <a:r>
              <a:rPr lang="en-US" sz="1150" dirty="0" smtClean="0">
                <a:solidFill>
                  <a:srgbClr val="1A202C"/>
                </a:solidFill>
                <a:latin typeface="Calibri"/>
                <a:ea typeface="Calibri"/>
                <a:cs typeface="Calibri"/>
                <a:sym typeface="Calibri"/>
              </a:rPr>
              <a:t> Support business decision-making.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Shape 563"/>
        <p:cNvGrpSpPr/>
        <p:nvPr/>
      </p:nvGrpSpPr>
      <p:grpSpPr>
        <a:xfrm>
          <a:off x="0" y="0"/>
          <a:ext cx="0" cy="0"/>
          <a:chOff x="0" y="0"/>
          <a:chExt cx="0" cy="0"/>
        </a:xfrm>
      </p:grpSpPr>
      <p:sp>
        <p:nvSpPr>
          <p:cNvPr id="564" name="Google Shape;564;p57"/>
          <p:cNvSpPr/>
          <p:nvPr/>
        </p:nvSpPr>
        <p:spPr>
          <a:xfrm>
            <a:off x="0" y="0"/>
            <a:ext cx="9144000" cy="914400"/>
          </a:xfrm>
          <a:prstGeom prst="rect">
            <a:avLst/>
          </a:prstGeom>
          <a:solidFill>
            <a:srgbClr val="1A3C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57"/>
          <p:cNvSpPr/>
          <p:nvPr/>
        </p:nvSpPr>
        <p:spPr>
          <a:xfrm>
            <a:off x="0" y="0"/>
            <a:ext cx="164592" cy="914400"/>
          </a:xfrm>
          <a:prstGeom prst="rect">
            <a:avLst/>
          </a:prstGeom>
          <a:solidFill>
            <a:srgbClr val="3A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57"/>
          <p:cNvSpPr/>
          <p:nvPr/>
        </p:nvSpPr>
        <p:spPr>
          <a:xfrm>
            <a:off x="320040" y="146304"/>
            <a:ext cx="621792" cy="621792"/>
          </a:xfrm>
          <a:prstGeom prst="ellipse">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67" name="Google Shape;567;p57" descr="preencoded.png"/>
          <p:cNvPicPr preferRelativeResize="0"/>
          <p:nvPr/>
        </p:nvPicPr>
        <p:blipFill rotWithShape="1">
          <a:blip r:embed="rId3">
            <a:alphaModFix/>
          </a:blip>
          <a:srcRect/>
          <a:stretch/>
        </p:blipFill>
        <p:spPr>
          <a:xfrm>
            <a:off x="402336" y="228600"/>
            <a:ext cx="457200" cy="457200"/>
          </a:xfrm>
          <a:prstGeom prst="rect">
            <a:avLst/>
          </a:prstGeom>
          <a:noFill/>
          <a:ln>
            <a:noFill/>
          </a:ln>
        </p:spPr>
      </p:pic>
      <p:sp>
        <p:nvSpPr>
          <p:cNvPr id="568" name="Google Shape;568;p57"/>
          <p:cNvSpPr/>
          <p:nvPr/>
        </p:nvSpPr>
        <p:spPr>
          <a:xfrm>
            <a:off x="1078992" y="0"/>
            <a:ext cx="621792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400"/>
              <a:buFont typeface="Calibri"/>
              <a:buNone/>
            </a:pPr>
            <a:r>
              <a:rPr lang="en-US" sz="2400" b="1">
                <a:solidFill>
                  <a:srgbClr val="FFFFFF"/>
                </a:solidFill>
                <a:latin typeface="Calibri"/>
                <a:ea typeface="Calibri"/>
                <a:cs typeface="Calibri"/>
                <a:sym typeface="Calibri"/>
              </a:rPr>
              <a:t>Methodology</a:t>
            </a:r>
            <a:endParaRPr sz="2400">
              <a:solidFill>
                <a:schemeClr val="dk1"/>
              </a:solidFill>
              <a:latin typeface="Calibri"/>
              <a:ea typeface="Calibri"/>
              <a:cs typeface="Calibri"/>
              <a:sym typeface="Calibri"/>
            </a:endParaRPr>
          </a:p>
        </p:txBody>
      </p:sp>
      <p:sp>
        <p:nvSpPr>
          <p:cNvPr id="569" name="Google Shape;569;p57"/>
          <p:cNvSpPr/>
          <p:nvPr/>
        </p:nvSpPr>
        <p:spPr>
          <a:xfrm>
            <a:off x="6949440" y="0"/>
            <a:ext cx="640080" cy="914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1D9E6"/>
              </a:buClr>
              <a:buSzPts val="900"/>
              <a:buFont typeface="Calibri"/>
              <a:buNone/>
            </a:pPr>
            <a:r>
              <a:rPr lang="en-US" sz="900">
                <a:solidFill>
                  <a:srgbClr val="D1D9E6"/>
                </a:solidFill>
                <a:latin typeface="Calibri"/>
                <a:ea typeface="Calibri"/>
                <a:cs typeface="Calibri"/>
                <a:sym typeface="Calibri"/>
              </a:rPr>
              <a:t>6 / 10</a:t>
            </a:r>
            <a:endParaRPr sz="900">
              <a:solidFill>
                <a:schemeClr val="dk1"/>
              </a:solidFill>
              <a:latin typeface="Calibri"/>
              <a:ea typeface="Calibri"/>
              <a:cs typeface="Calibri"/>
              <a:sym typeface="Calibri"/>
            </a:endParaRPr>
          </a:p>
        </p:txBody>
      </p:sp>
      <p:pic>
        <p:nvPicPr>
          <p:cNvPr id="570" name="Google Shape;570;p57" descr="/home/claude/logo_nobg.png"/>
          <p:cNvPicPr preferRelativeResize="0"/>
          <p:nvPr/>
        </p:nvPicPr>
        <p:blipFill rotWithShape="1">
          <a:blip r:embed="rId4">
            <a:alphaModFix/>
          </a:blip>
          <a:srcRect/>
          <a:stretch/>
        </p:blipFill>
        <p:spPr>
          <a:xfrm>
            <a:off x="7635240" y="54864"/>
            <a:ext cx="1371600" cy="569433"/>
          </a:xfrm>
          <a:prstGeom prst="rect">
            <a:avLst/>
          </a:prstGeom>
          <a:noFill/>
          <a:ln>
            <a:noFill/>
          </a:ln>
        </p:spPr>
      </p:pic>
      <p:sp>
        <p:nvSpPr>
          <p:cNvPr id="571" name="Google Shape;571;p57"/>
          <p:cNvSpPr/>
          <p:nvPr/>
        </p:nvSpPr>
        <p:spPr>
          <a:xfrm>
            <a:off x="256032" y="1078992"/>
            <a:ext cx="2011680" cy="3858768"/>
          </a:xfrm>
          <a:prstGeom prst="rect">
            <a:avLst/>
          </a:prstGeom>
          <a:solidFill>
            <a:srgbClr val="FFFFFF"/>
          </a:solidFill>
          <a:ln>
            <a:noFill/>
          </a:ln>
          <a:effectLst>
            <a:outerShdw blurRad="1016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57"/>
          <p:cNvSpPr/>
          <p:nvPr/>
        </p:nvSpPr>
        <p:spPr>
          <a:xfrm>
            <a:off x="256032" y="1078992"/>
            <a:ext cx="2011680" cy="658368"/>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57"/>
          <p:cNvSpPr/>
          <p:nvPr/>
        </p:nvSpPr>
        <p:spPr>
          <a:xfrm>
            <a:off x="301752" y="1115568"/>
            <a:ext cx="621792" cy="58521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AACF0"/>
              </a:buClr>
              <a:buSzPts val="2400"/>
              <a:buFont typeface="Calibri"/>
              <a:buNone/>
            </a:pPr>
            <a:r>
              <a:rPr lang="en-US" sz="2400" b="1">
                <a:solidFill>
                  <a:srgbClr val="3AACF0"/>
                </a:solidFill>
                <a:latin typeface="Calibri"/>
                <a:ea typeface="Calibri"/>
                <a:cs typeface="Calibri"/>
                <a:sym typeface="Calibri"/>
              </a:rPr>
              <a:t>01</a:t>
            </a:r>
            <a:endParaRPr sz="2400">
              <a:solidFill>
                <a:schemeClr val="dk1"/>
              </a:solidFill>
              <a:latin typeface="Calibri"/>
              <a:ea typeface="Calibri"/>
              <a:cs typeface="Calibri"/>
              <a:sym typeface="Calibri"/>
            </a:endParaRPr>
          </a:p>
        </p:txBody>
      </p:sp>
      <p:sp>
        <p:nvSpPr>
          <p:cNvPr id="574" name="Google Shape;574;p57"/>
          <p:cNvSpPr/>
          <p:nvPr/>
        </p:nvSpPr>
        <p:spPr>
          <a:xfrm>
            <a:off x="914400" y="1115568"/>
            <a:ext cx="1298448" cy="585216"/>
          </a:xfrm>
          <a:prstGeom prst="rect">
            <a:avLst/>
          </a:prstGeom>
          <a:noFill/>
          <a:ln>
            <a:noFill/>
          </a:ln>
        </p:spPr>
        <p:txBody>
          <a:bodyPr spcFirstLastPara="1" wrap="square" lIns="0" tIns="0" rIns="0" bIns="0" anchor="ctr" anchorCtr="0">
            <a:noAutofit/>
          </a:bodyPr>
          <a:lstStyle/>
          <a:p>
            <a:pPr>
              <a:buClr>
                <a:srgbClr val="FFFFFF"/>
              </a:buClr>
              <a:buSzPts val="1000"/>
            </a:pPr>
            <a:r>
              <a:rPr lang="en-US" sz="1000" b="1" dirty="0" smtClean="0">
                <a:solidFill>
                  <a:srgbClr val="FFFFFF"/>
                </a:solidFill>
                <a:latin typeface="Calibri"/>
                <a:ea typeface="Calibri"/>
                <a:cs typeface="Calibri"/>
                <a:sym typeface="Calibri"/>
              </a:rPr>
              <a:t>Planning &amp; Dataset Understanding </a:t>
            </a:r>
            <a:endParaRPr sz="1000">
              <a:solidFill>
                <a:schemeClr val="dk1"/>
              </a:solidFill>
              <a:latin typeface="Calibri"/>
              <a:ea typeface="Calibri"/>
              <a:cs typeface="Calibri"/>
              <a:sym typeface="Calibri"/>
            </a:endParaRPr>
          </a:p>
        </p:txBody>
      </p:sp>
      <p:sp>
        <p:nvSpPr>
          <p:cNvPr id="575" name="Google Shape;575;p57"/>
          <p:cNvSpPr/>
          <p:nvPr/>
        </p:nvSpPr>
        <p:spPr>
          <a:xfrm>
            <a:off x="381000" y="2038350"/>
            <a:ext cx="1737360" cy="2647950"/>
          </a:xfrm>
          <a:prstGeom prst="rect">
            <a:avLst/>
          </a:prstGeom>
          <a:noFill/>
          <a:ln>
            <a:noFill/>
          </a:ln>
        </p:spPr>
        <p:txBody>
          <a:bodyPr spcFirstLastPara="1" wrap="square" lIns="0" tIns="0" rIns="0" bIns="0" anchor="ctr" anchorCtr="0">
            <a:noAutofit/>
          </a:bodyPr>
          <a:lstStyle/>
          <a:p>
            <a:pPr marL="457200" lvl="0" indent="-292100">
              <a:lnSpc>
                <a:spcPct val="300000"/>
              </a:lnSpc>
              <a:buClr>
                <a:srgbClr val="1A202C"/>
              </a:buClr>
              <a:buSzPts val="1000"/>
              <a:buFont typeface="Calibri"/>
              <a:buChar char="•"/>
            </a:pPr>
            <a:r>
              <a:rPr lang="en-US" sz="1000" dirty="0">
                <a:sym typeface="Calibri"/>
              </a:rPr>
              <a:t>Project </a:t>
            </a:r>
            <a:r>
              <a:rPr lang="en-US" sz="1000" dirty="0" smtClean="0">
                <a:sym typeface="Calibri"/>
              </a:rPr>
              <a:t>Planning</a:t>
            </a:r>
          </a:p>
          <a:p>
            <a:pPr marL="457200" lvl="0" indent="-292100">
              <a:lnSpc>
                <a:spcPct val="300000"/>
              </a:lnSpc>
              <a:buClr>
                <a:srgbClr val="1A202C"/>
              </a:buClr>
              <a:buSzPts val="1000"/>
              <a:buFont typeface="Calibri"/>
              <a:buChar char="•"/>
            </a:pPr>
            <a:r>
              <a:rPr lang="en-US" sz="1000" dirty="0" smtClean="0">
                <a:sym typeface="Calibri"/>
              </a:rPr>
              <a:t>Requirement Analysis</a:t>
            </a:r>
          </a:p>
          <a:p>
            <a:pPr marL="457200" lvl="0" indent="-292100">
              <a:lnSpc>
                <a:spcPct val="300000"/>
              </a:lnSpc>
              <a:buClr>
                <a:srgbClr val="1A202C"/>
              </a:buClr>
              <a:buSzPts val="1000"/>
              <a:buFont typeface="Calibri"/>
              <a:buChar char="•"/>
            </a:pPr>
            <a:r>
              <a:rPr lang="en-US" sz="1000" dirty="0" smtClean="0">
                <a:sym typeface="Calibri"/>
              </a:rPr>
              <a:t>Dataset Collection</a:t>
            </a:r>
          </a:p>
          <a:p>
            <a:pPr marL="457200" lvl="0" indent="-292100">
              <a:lnSpc>
                <a:spcPct val="300000"/>
              </a:lnSpc>
              <a:buClr>
                <a:srgbClr val="1A202C"/>
              </a:buClr>
              <a:buSzPts val="1000"/>
              <a:buFont typeface="Calibri"/>
              <a:buChar char="•"/>
            </a:pPr>
            <a:r>
              <a:rPr lang="en-US" sz="1000" dirty="0" smtClean="0">
                <a:sym typeface="Calibri"/>
              </a:rPr>
              <a:t>Business Understanding</a:t>
            </a:r>
          </a:p>
          <a:p>
            <a:pPr marL="457200" lvl="0" indent="-292100">
              <a:lnSpc>
                <a:spcPct val="300000"/>
              </a:lnSpc>
              <a:buClr>
                <a:srgbClr val="1A202C"/>
              </a:buClr>
              <a:buSzPts val="1000"/>
            </a:pPr>
            <a:endParaRPr sz="1000" smtClean="0">
              <a:solidFill>
                <a:srgbClr val="1A202C"/>
              </a:solidFill>
              <a:latin typeface="Calibri"/>
              <a:ea typeface="Calibri"/>
              <a:cs typeface="Calibri"/>
              <a:sym typeface="Calibri"/>
            </a:endParaRPr>
          </a:p>
          <a:p>
            <a:pPr marL="457200" lvl="0" indent="0" algn="l" rtl="0">
              <a:spcBef>
                <a:spcPts val="0"/>
              </a:spcBef>
              <a:spcAft>
                <a:spcPts val="0"/>
              </a:spcAft>
              <a:buNone/>
            </a:pPr>
            <a:endParaRPr sz="1000">
              <a:solidFill>
                <a:srgbClr val="1A202C"/>
              </a:solidFill>
              <a:latin typeface="Calibri"/>
              <a:ea typeface="Calibri"/>
              <a:cs typeface="Calibri"/>
              <a:sym typeface="Calibri"/>
            </a:endParaRPr>
          </a:p>
          <a:p>
            <a:pPr marL="0" marR="0" lvl="0" indent="0" algn="l" rtl="0">
              <a:spcBef>
                <a:spcPts val="0"/>
              </a:spcBef>
              <a:spcAft>
                <a:spcPts val="0"/>
              </a:spcAft>
              <a:buNone/>
            </a:pPr>
            <a:endParaRPr sz="1000">
              <a:solidFill>
                <a:srgbClr val="1A202C"/>
              </a:solidFill>
              <a:latin typeface="Calibri"/>
              <a:ea typeface="Calibri"/>
              <a:cs typeface="Calibri"/>
              <a:sym typeface="Calibri"/>
            </a:endParaRPr>
          </a:p>
        </p:txBody>
      </p:sp>
      <p:sp>
        <p:nvSpPr>
          <p:cNvPr id="576" name="Google Shape;576;p57"/>
          <p:cNvSpPr/>
          <p:nvPr/>
        </p:nvSpPr>
        <p:spPr>
          <a:xfrm>
            <a:off x="2438400" y="971550"/>
            <a:ext cx="2011680" cy="3858768"/>
          </a:xfrm>
          <a:prstGeom prst="rect">
            <a:avLst/>
          </a:prstGeom>
          <a:solidFill>
            <a:srgbClr val="FFFFFF"/>
          </a:solidFill>
          <a:ln>
            <a:noFill/>
          </a:ln>
          <a:effectLst>
            <a:outerShdw blurRad="1016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57"/>
          <p:cNvSpPr/>
          <p:nvPr/>
        </p:nvSpPr>
        <p:spPr>
          <a:xfrm>
            <a:off x="2432304" y="1078992"/>
            <a:ext cx="2011680" cy="658368"/>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57"/>
          <p:cNvSpPr/>
          <p:nvPr/>
        </p:nvSpPr>
        <p:spPr>
          <a:xfrm>
            <a:off x="2478024" y="1115568"/>
            <a:ext cx="621792" cy="58521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AACF0"/>
              </a:buClr>
              <a:buSzPts val="2400"/>
              <a:buFont typeface="Calibri"/>
              <a:buNone/>
            </a:pPr>
            <a:r>
              <a:rPr lang="en-US" sz="2400" b="1">
                <a:solidFill>
                  <a:srgbClr val="3AACF0"/>
                </a:solidFill>
                <a:latin typeface="Calibri"/>
                <a:ea typeface="Calibri"/>
                <a:cs typeface="Calibri"/>
                <a:sym typeface="Calibri"/>
              </a:rPr>
              <a:t>02</a:t>
            </a:r>
            <a:endParaRPr sz="2400">
              <a:solidFill>
                <a:schemeClr val="dk1"/>
              </a:solidFill>
              <a:latin typeface="Calibri"/>
              <a:ea typeface="Calibri"/>
              <a:cs typeface="Calibri"/>
              <a:sym typeface="Calibri"/>
            </a:endParaRPr>
          </a:p>
        </p:txBody>
      </p:sp>
      <p:sp>
        <p:nvSpPr>
          <p:cNvPr id="579" name="Google Shape;579;p57"/>
          <p:cNvSpPr/>
          <p:nvPr/>
        </p:nvSpPr>
        <p:spPr>
          <a:xfrm>
            <a:off x="3090672" y="1115568"/>
            <a:ext cx="1298448" cy="585216"/>
          </a:xfrm>
          <a:prstGeom prst="rect">
            <a:avLst/>
          </a:prstGeom>
          <a:noFill/>
          <a:ln>
            <a:noFill/>
          </a:ln>
        </p:spPr>
        <p:txBody>
          <a:bodyPr spcFirstLastPara="1" wrap="square" lIns="0" tIns="0" rIns="0" bIns="0" anchor="ctr" anchorCtr="0">
            <a:noAutofit/>
          </a:bodyPr>
          <a:lstStyle/>
          <a:p>
            <a:pPr lvl="0">
              <a:buClr>
                <a:schemeClr val="dk1"/>
              </a:buClr>
              <a:buSzPts val="1100"/>
            </a:pPr>
            <a:r>
              <a:rPr lang="en-US" sz="1100" b="1" dirty="0" smtClean="0">
                <a:solidFill>
                  <a:schemeClr val="lt1"/>
                </a:solidFill>
              </a:rPr>
              <a:t>Data Preparation</a:t>
            </a:r>
            <a:endParaRPr sz="1000" b="1">
              <a:solidFill>
                <a:schemeClr val="lt1"/>
              </a:solidFill>
              <a:latin typeface="Calibri"/>
              <a:ea typeface="Calibri"/>
              <a:cs typeface="Calibri"/>
              <a:sym typeface="Calibri"/>
            </a:endParaRPr>
          </a:p>
        </p:txBody>
      </p:sp>
      <p:sp>
        <p:nvSpPr>
          <p:cNvPr id="580" name="Google Shape;580;p57"/>
          <p:cNvSpPr/>
          <p:nvPr/>
        </p:nvSpPr>
        <p:spPr>
          <a:xfrm>
            <a:off x="2590800" y="1809750"/>
            <a:ext cx="1737360" cy="2209800"/>
          </a:xfrm>
          <a:prstGeom prst="rect">
            <a:avLst/>
          </a:prstGeom>
          <a:noFill/>
          <a:ln>
            <a:noFill/>
          </a:ln>
        </p:spPr>
        <p:txBody>
          <a:bodyPr spcFirstLastPara="1" wrap="square" lIns="0" tIns="0" rIns="0" bIns="0" anchor="ctr" anchorCtr="0">
            <a:noAutofit/>
          </a:bodyPr>
          <a:lstStyle/>
          <a:p>
            <a:pPr marL="457200" indent="-292100">
              <a:lnSpc>
                <a:spcPct val="300000"/>
              </a:lnSpc>
              <a:buClr>
                <a:srgbClr val="1A202C"/>
              </a:buClr>
              <a:buSzPts val="1000"/>
              <a:buFont typeface="Calibri"/>
              <a:buChar char="•"/>
            </a:pPr>
            <a:r>
              <a:rPr lang="en-US" sz="1000" dirty="0" smtClean="0">
                <a:sym typeface="Calibri"/>
              </a:rPr>
              <a:t>Missing Value Check</a:t>
            </a:r>
          </a:p>
          <a:p>
            <a:pPr marL="457200" indent="-292100">
              <a:lnSpc>
                <a:spcPct val="300000"/>
              </a:lnSpc>
              <a:buClr>
                <a:srgbClr val="1A202C"/>
              </a:buClr>
              <a:buSzPts val="1000"/>
              <a:buFont typeface="Calibri"/>
              <a:buChar char="•"/>
            </a:pPr>
            <a:r>
              <a:rPr lang="en-US" sz="1000" dirty="0" smtClean="0">
                <a:sym typeface="Calibri"/>
              </a:rPr>
              <a:t>Duplicate Check</a:t>
            </a:r>
          </a:p>
          <a:p>
            <a:pPr marL="457200" lvl="0" indent="-292100">
              <a:lnSpc>
                <a:spcPct val="300000"/>
              </a:lnSpc>
              <a:buClr>
                <a:srgbClr val="1A202C"/>
              </a:buClr>
              <a:buSzPts val="1000"/>
              <a:buFont typeface="Calibri"/>
              <a:buChar char="•"/>
            </a:pPr>
            <a:r>
              <a:rPr lang="en-US" sz="1000" dirty="0" smtClean="0">
                <a:sym typeface="Calibri"/>
              </a:rPr>
              <a:t>Relationship Creation</a:t>
            </a:r>
          </a:p>
          <a:p>
            <a:pPr marL="457200" lvl="0" indent="-292100">
              <a:lnSpc>
                <a:spcPct val="300000"/>
              </a:lnSpc>
              <a:buClr>
                <a:srgbClr val="1A202C"/>
              </a:buClr>
              <a:buSzPts val="1000"/>
              <a:buFont typeface="Calibri"/>
              <a:buChar char="•"/>
            </a:pPr>
            <a:r>
              <a:rPr lang="en-US" sz="1000" dirty="0" smtClean="0"/>
              <a:t>Data Validation</a:t>
            </a:r>
          </a:p>
          <a:p>
            <a:pPr marL="0" lvl="0" indent="0" algn="l" rtl="0">
              <a:spcBef>
                <a:spcPts val="0"/>
              </a:spcBef>
              <a:spcAft>
                <a:spcPts val="0"/>
              </a:spcAft>
              <a:buNone/>
            </a:pPr>
            <a:endParaRPr sz="1000">
              <a:solidFill>
                <a:srgbClr val="1A202C"/>
              </a:solidFill>
              <a:latin typeface="Calibri"/>
              <a:ea typeface="Calibri"/>
              <a:cs typeface="Calibri"/>
              <a:sym typeface="Calibri"/>
            </a:endParaRPr>
          </a:p>
          <a:p>
            <a:pPr marL="457200" marR="0" lvl="0" indent="0" algn="l" rtl="0">
              <a:spcBef>
                <a:spcPts val="0"/>
              </a:spcBef>
              <a:spcAft>
                <a:spcPts val="0"/>
              </a:spcAft>
              <a:buNone/>
            </a:pPr>
            <a:endParaRPr sz="1000">
              <a:solidFill>
                <a:srgbClr val="1A202C"/>
              </a:solidFill>
              <a:latin typeface="Calibri"/>
              <a:ea typeface="Calibri"/>
              <a:cs typeface="Calibri"/>
              <a:sym typeface="Calibri"/>
            </a:endParaRPr>
          </a:p>
        </p:txBody>
      </p:sp>
      <p:sp>
        <p:nvSpPr>
          <p:cNvPr id="581" name="Google Shape;581;p57"/>
          <p:cNvSpPr/>
          <p:nvPr/>
        </p:nvSpPr>
        <p:spPr>
          <a:xfrm>
            <a:off x="4608576" y="1078992"/>
            <a:ext cx="2011680" cy="3858768"/>
          </a:xfrm>
          <a:prstGeom prst="rect">
            <a:avLst/>
          </a:prstGeom>
          <a:solidFill>
            <a:srgbClr val="FFFFFF"/>
          </a:solidFill>
          <a:ln>
            <a:noFill/>
          </a:ln>
          <a:effectLst>
            <a:outerShdw blurRad="1016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57"/>
          <p:cNvSpPr/>
          <p:nvPr/>
        </p:nvSpPr>
        <p:spPr>
          <a:xfrm>
            <a:off x="4608576" y="1078992"/>
            <a:ext cx="2011680" cy="658368"/>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57"/>
          <p:cNvSpPr/>
          <p:nvPr/>
        </p:nvSpPr>
        <p:spPr>
          <a:xfrm>
            <a:off x="4654296" y="1115568"/>
            <a:ext cx="621792" cy="58521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AACF0"/>
              </a:buClr>
              <a:buSzPts val="2400"/>
              <a:buFont typeface="Calibri"/>
              <a:buNone/>
            </a:pPr>
            <a:r>
              <a:rPr lang="en-US" sz="2400" b="1">
                <a:solidFill>
                  <a:srgbClr val="3AACF0"/>
                </a:solidFill>
                <a:latin typeface="Calibri"/>
                <a:ea typeface="Calibri"/>
                <a:cs typeface="Calibri"/>
                <a:sym typeface="Calibri"/>
              </a:rPr>
              <a:t>03</a:t>
            </a:r>
            <a:endParaRPr sz="2400">
              <a:solidFill>
                <a:schemeClr val="dk1"/>
              </a:solidFill>
              <a:latin typeface="Calibri"/>
              <a:ea typeface="Calibri"/>
              <a:cs typeface="Calibri"/>
              <a:sym typeface="Calibri"/>
            </a:endParaRPr>
          </a:p>
        </p:txBody>
      </p:sp>
      <p:sp>
        <p:nvSpPr>
          <p:cNvPr id="584" name="Google Shape;584;p57"/>
          <p:cNvSpPr/>
          <p:nvPr/>
        </p:nvSpPr>
        <p:spPr>
          <a:xfrm>
            <a:off x="5266944" y="1115568"/>
            <a:ext cx="1298448" cy="585216"/>
          </a:xfrm>
          <a:prstGeom prst="rect">
            <a:avLst/>
          </a:prstGeom>
          <a:noFill/>
          <a:ln>
            <a:noFill/>
          </a:ln>
        </p:spPr>
        <p:txBody>
          <a:bodyPr spcFirstLastPara="1" wrap="square" lIns="0" tIns="0" rIns="0" bIns="0" anchor="ctr" anchorCtr="0">
            <a:noAutofit/>
          </a:bodyPr>
          <a:lstStyle/>
          <a:p>
            <a:pPr lvl="0">
              <a:buClr>
                <a:srgbClr val="FFFFFF"/>
              </a:buClr>
              <a:buSzPts val="1000"/>
            </a:pPr>
            <a:r>
              <a:rPr lang="en-US" sz="1000" b="1" dirty="0" smtClean="0">
                <a:solidFill>
                  <a:srgbClr val="FFFFFF"/>
                </a:solidFill>
                <a:latin typeface="Calibri"/>
                <a:ea typeface="Calibri"/>
                <a:cs typeface="Calibri"/>
                <a:sym typeface="Calibri"/>
              </a:rPr>
              <a:t>Dashboard Development</a:t>
            </a:r>
            <a:endParaRPr sz="1000">
              <a:solidFill>
                <a:schemeClr val="dk1"/>
              </a:solidFill>
              <a:latin typeface="Calibri"/>
              <a:ea typeface="Calibri"/>
              <a:cs typeface="Calibri"/>
              <a:sym typeface="Calibri"/>
            </a:endParaRPr>
          </a:p>
        </p:txBody>
      </p:sp>
      <p:sp>
        <p:nvSpPr>
          <p:cNvPr id="585" name="Google Shape;585;p57"/>
          <p:cNvSpPr/>
          <p:nvPr/>
        </p:nvSpPr>
        <p:spPr>
          <a:xfrm>
            <a:off x="4745736" y="1828800"/>
            <a:ext cx="1737360" cy="2266950"/>
          </a:xfrm>
          <a:prstGeom prst="rect">
            <a:avLst/>
          </a:prstGeom>
          <a:noFill/>
          <a:ln>
            <a:noFill/>
          </a:ln>
        </p:spPr>
        <p:txBody>
          <a:bodyPr spcFirstLastPara="1" wrap="square" lIns="0" tIns="0" rIns="0" bIns="0" anchor="ctr" anchorCtr="0">
            <a:noAutofit/>
          </a:bodyPr>
          <a:lstStyle/>
          <a:p>
            <a:pPr marL="457200" lvl="0" indent="-292100">
              <a:spcBef>
                <a:spcPts val="2500"/>
              </a:spcBef>
              <a:buClr>
                <a:srgbClr val="1A202C"/>
              </a:buClr>
              <a:buSzPts val="1000"/>
              <a:buFont typeface="Calibri"/>
              <a:buChar char="•"/>
            </a:pPr>
            <a:r>
              <a:rPr lang="en-US" sz="1000" dirty="0" smtClean="0">
                <a:sym typeface="Calibri"/>
              </a:rPr>
              <a:t>KPI Creation</a:t>
            </a:r>
          </a:p>
          <a:p>
            <a:pPr marL="457200" lvl="0" indent="-292100">
              <a:spcBef>
                <a:spcPts val="2500"/>
              </a:spcBef>
              <a:buClr>
                <a:srgbClr val="1A202C"/>
              </a:buClr>
              <a:buSzPts val="1000"/>
              <a:buFont typeface="Calibri"/>
              <a:buChar char="•"/>
            </a:pPr>
            <a:r>
              <a:rPr lang="en-US" sz="1000" dirty="0" smtClean="0">
                <a:sym typeface="Calibri"/>
              </a:rPr>
              <a:t>Charts</a:t>
            </a:r>
          </a:p>
          <a:p>
            <a:pPr marL="457200" lvl="0" indent="-292100">
              <a:spcBef>
                <a:spcPts val="2500"/>
              </a:spcBef>
              <a:buClr>
                <a:srgbClr val="1A202C"/>
              </a:buClr>
              <a:buSzPts val="1000"/>
              <a:buFont typeface="Calibri"/>
              <a:buChar char="•"/>
            </a:pPr>
            <a:r>
              <a:rPr lang="en-US" sz="1000" dirty="0" smtClean="0">
                <a:sym typeface="Calibri"/>
              </a:rPr>
              <a:t>Formatting</a:t>
            </a:r>
          </a:p>
          <a:p>
            <a:pPr marL="457200" lvl="0" indent="-292100">
              <a:spcBef>
                <a:spcPts val="2500"/>
              </a:spcBef>
              <a:buClr>
                <a:srgbClr val="1A202C"/>
              </a:buClr>
              <a:buSzPts val="1000"/>
              <a:buFont typeface="Calibri"/>
              <a:buChar char="•"/>
            </a:pPr>
            <a:r>
              <a:rPr lang="en-US" sz="1000" dirty="0" smtClean="0">
                <a:sym typeface="Calibri"/>
              </a:rPr>
              <a:t>Interactive Dashboard</a:t>
            </a:r>
          </a:p>
          <a:p>
            <a:pPr marL="457200" marR="0" lvl="0" indent="0" algn="l" rtl="0">
              <a:spcBef>
                <a:spcPts val="2500"/>
              </a:spcBef>
              <a:spcAft>
                <a:spcPts val="0"/>
              </a:spcAft>
              <a:buNone/>
            </a:pPr>
            <a:endParaRPr sz="1000">
              <a:solidFill>
                <a:srgbClr val="1A202C"/>
              </a:solidFill>
              <a:latin typeface="Calibri"/>
              <a:ea typeface="Calibri"/>
              <a:cs typeface="Calibri"/>
              <a:sym typeface="Calibri"/>
            </a:endParaRPr>
          </a:p>
        </p:txBody>
      </p:sp>
      <p:sp>
        <p:nvSpPr>
          <p:cNvPr id="586" name="Google Shape;586;p57"/>
          <p:cNvSpPr/>
          <p:nvPr/>
        </p:nvSpPr>
        <p:spPr>
          <a:xfrm>
            <a:off x="6784848" y="1078992"/>
            <a:ext cx="2011680" cy="3858768"/>
          </a:xfrm>
          <a:prstGeom prst="rect">
            <a:avLst/>
          </a:prstGeom>
          <a:solidFill>
            <a:srgbClr val="FFFFFF"/>
          </a:solidFill>
          <a:ln>
            <a:noFill/>
          </a:ln>
          <a:effectLst>
            <a:outerShdw blurRad="1016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57"/>
          <p:cNvSpPr/>
          <p:nvPr/>
        </p:nvSpPr>
        <p:spPr>
          <a:xfrm>
            <a:off x="6784848" y="1078992"/>
            <a:ext cx="2011680" cy="658368"/>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57"/>
          <p:cNvSpPr/>
          <p:nvPr/>
        </p:nvSpPr>
        <p:spPr>
          <a:xfrm>
            <a:off x="6830568" y="1115568"/>
            <a:ext cx="621792" cy="58521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AACF0"/>
              </a:buClr>
              <a:buSzPts val="2400"/>
              <a:buFont typeface="Calibri"/>
              <a:buNone/>
            </a:pPr>
            <a:r>
              <a:rPr lang="en-US" sz="2400" b="1">
                <a:solidFill>
                  <a:srgbClr val="3AACF0"/>
                </a:solidFill>
                <a:latin typeface="Calibri"/>
                <a:ea typeface="Calibri"/>
                <a:cs typeface="Calibri"/>
                <a:sym typeface="Calibri"/>
              </a:rPr>
              <a:t>04</a:t>
            </a:r>
            <a:endParaRPr sz="2400">
              <a:solidFill>
                <a:schemeClr val="dk1"/>
              </a:solidFill>
              <a:latin typeface="Calibri"/>
              <a:ea typeface="Calibri"/>
              <a:cs typeface="Calibri"/>
              <a:sym typeface="Calibri"/>
            </a:endParaRPr>
          </a:p>
        </p:txBody>
      </p:sp>
      <p:sp>
        <p:nvSpPr>
          <p:cNvPr id="589" name="Google Shape;589;p57"/>
          <p:cNvSpPr/>
          <p:nvPr/>
        </p:nvSpPr>
        <p:spPr>
          <a:xfrm>
            <a:off x="7443216" y="1115568"/>
            <a:ext cx="1298448" cy="585216"/>
          </a:xfrm>
          <a:prstGeom prst="rect">
            <a:avLst/>
          </a:prstGeom>
          <a:noFill/>
          <a:ln>
            <a:noFill/>
          </a:ln>
        </p:spPr>
        <p:txBody>
          <a:bodyPr spcFirstLastPara="1" wrap="square" lIns="0" tIns="0" rIns="0" bIns="0" anchor="ctr" anchorCtr="0">
            <a:noAutofit/>
          </a:bodyPr>
          <a:lstStyle/>
          <a:p>
            <a:pPr lvl="0">
              <a:buClr>
                <a:srgbClr val="FFFFFF"/>
              </a:buClr>
              <a:buSzPts val="1000"/>
            </a:pPr>
            <a:r>
              <a:rPr lang="en-US" sz="1000" b="1" dirty="0" smtClean="0">
                <a:solidFill>
                  <a:srgbClr val="FFFFFF"/>
                </a:solidFill>
                <a:latin typeface="Calibri"/>
                <a:ea typeface="Calibri"/>
                <a:cs typeface="Calibri"/>
                <a:sym typeface="Calibri"/>
              </a:rPr>
              <a:t>Testing &amp; Documentation</a:t>
            </a:r>
            <a:endParaRPr sz="1000">
              <a:solidFill>
                <a:schemeClr val="dk1"/>
              </a:solidFill>
              <a:latin typeface="Calibri"/>
              <a:ea typeface="Calibri"/>
              <a:cs typeface="Calibri"/>
              <a:sym typeface="Calibri"/>
            </a:endParaRPr>
          </a:p>
        </p:txBody>
      </p:sp>
      <p:sp>
        <p:nvSpPr>
          <p:cNvPr id="590" name="Google Shape;590;p57"/>
          <p:cNvSpPr/>
          <p:nvPr/>
        </p:nvSpPr>
        <p:spPr>
          <a:xfrm>
            <a:off x="6922008" y="1828800"/>
            <a:ext cx="1737360" cy="2419350"/>
          </a:xfrm>
          <a:prstGeom prst="rect">
            <a:avLst/>
          </a:prstGeom>
          <a:noFill/>
          <a:ln>
            <a:noFill/>
          </a:ln>
        </p:spPr>
        <p:txBody>
          <a:bodyPr spcFirstLastPara="1" wrap="square" lIns="0" tIns="0" rIns="0" bIns="0" anchor="ctr" anchorCtr="0">
            <a:noAutofit/>
          </a:bodyPr>
          <a:lstStyle/>
          <a:p>
            <a:pPr marL="457200" indent="-292100">
              <a:spcBef>
                <a:spcPts val="2500"/>
              </a:spcBef>
              <a:buClr>
                <a:srgbClr val="1A202C"/>
              </a:buClr>
              <a:buSzPts val="1000"/>
              <a:buFont typeface="Calibri"/>
              <a:buChar char="•"/>
            </a:pPr>
            <a:r>
              <a:rPr lang="en-US" sz="1000" dirty="0" smtClean="0">
                <a:sym typeface="Calibri"/>
              </a:rPr>
              <a:t>Dashboard Testing</a:t>
            </a:r>
          </a:p>
          <a:p>
            <a:pPr marL="457200" indent="-292100">
              <a:spcBef>
                <a:spcPts val="2500"/>
              </a:spcBef>
              <a:buClr>
                <a:srgbClr val="1A202C"/>
              </a:buClr>
              <a:buSzPts val="1000"/>
              <a:buFont typeface="Calibri"/>
              <a:buChar char="•"/>
            </a:pPr>
            <a:r>
              <a:rPr lang="en-US" sz="1000" dirty="0" smtClean="0">
                <a:sym typeface="Calibri"/>
              </a:rPr>
              <a:t>README</a:t>
            </a:r>
          </a:p>
          <a:p>
            <a:pPr marL="457200" indent="-292100">
              <a:spcBef>
                <a:spcPts val="2500"/>
              </a:spcBef>
              <a:buClr>
                <a:srgbClr val="1A202C"/>
              </a:buClr>
              <a:buSzPts val="1000"/>
              <a:buFont typeface="Calibri"/>
              <a:buChar char="•"/>
            </a:pPr>
            <a:r>
              <a:rPr lang="en-US" sz="1000" dirty="0" smtClean="0">
                <a:sym typeface="Calibri"/>
              </a:rPr>
              <a:t>Project Report</a:t>
            </a:r>
          </a:p>
          <a:p>
            <a:pPr marL="457200" indent="-292100">
              <a:spcBef>
                <a:spcPts val="2500"/>
              </a:spcBef>
              <a:buClr>
                <a:srgbClr val="1A202C"/>
              </a:buClr>
              <a:buSzPts val="1000"/>
              <a:buFont typeface="Calibri"/>
              <a:buChar char="•"/>
            </a:pPr>
            <a:r>
              <a:rPr lang="en-US" sz="1000" dirty="0" err="1" smtClean="0">
                <a:sym typeface="Calibri"/>
              </a:rPr>
              <a:t>GitHub</a:t>
            </a:r>
            <a:r>
              <a:rPr lang="en-US" sz="1000" dirty="0" smtClean="0">
                <a:sym typeface="Calibri"/>
              </a:rPr>
              <a:t> Upload</a:t>
            </a:r>
          </a:p>
          <a:p>
            <a:pPr marL="457200" marR="0" lvl="0" indent="0" algn="l" rtl="0">
              <a:spcBef>
                <a:spcPts val="2500"/>
              </a:spcBef>
              <a:spcAft>
                <a:spcPts val="0"/>
              </a:spcAft>
              <a:buNone/>
            </a:pPr>
            <a:endParaRPr sz="1000">
              <a:solidFill>
                <a:srgbClr val="1A202C"/>
              </a:solidFill>
              <a:latin typeface="Calibri"/>
              <a:ea typeface="Calibri"/>
              <a:cs typeface="Calibri"/>
              <a:sym typeface="Calibri"/>
            </a:endParaRPr>
          </a:p>
        </p:txBody>
      </p:sp>
      <p:cxnSp>
        <p:nvCxnSpPr>
          <p:cNvPr id="591" name="Google Shape;591;p57"/>
          <p:cNvCxnSpPr/>
          <p:nvPr/>
        </p:nvCxnSpPr>
        <p:spPr>
          <a:xfrm>
            <a:off x="2267712" y="1408176"/>
            <a:ext cx="164592" cy="0"/>
          </a:xfrm>
          <a:prstGeom prst="straightConnector1">
            <a:avLst/>
          </a:prstGeom>
          <a:noFill/>
          <a:ln w="25400" cap="flat" cmpd="sng">
            <a:solidFill>
              <a:srgbClr val="3AACF0"/>
            </a:solidFill>
            <a:prstDash val="solid"/>
            <a:round/>
            <a:headEnd type="none" w="sm" len="sm"/>
            <a:tailEnd type="none" w="sm" len="sm"/>
          </a:ln>
        </p:spPr>
      </p:cxnSp>
      <p:cxnSp>
        <p:nvCxnSpPr>
          <p:cNvPr id="592" name="Google Shape;592;p57"/>
          <p:cNvCxnSpPr/>
          <p:nvPr/>
        </p:nvCxnSpPr>
        <p:spPr>
          <a:xfrm>
            <a:off x="4443984" y="1408176"/>
            <a:ext cx="164592" cy="0"/>
          </a:xfrm>
          <a:prstGeom prst="straightConnector1">
            <a:avLst/>
          </a:prstGeom>
          <a:noFill/>
          <a:ln w="25400" cap="flat" cmpd="sng">
            <a:solidFill>
              <a:srgbClr val="3AACF0"/>
            </a:solidFill>
            <a:prstDash val="solid"/>
            <a:round/>
            <a:headEnd type="none" w="sm" len="sm"/>
            <a:tailEnd type="none" w="sm" len="sm"/>
          </a:ln>
        </p:spPr>
      </p:cxnSp>
      <p:cxnSp>
        <p:nvCxnSpPr>
          <p:cNvPr id="593" name="Google Shape;593;p57"/>
          <p:cNvCxnSpPr/>
          <p:nvPr/>
        </p:nvCxnSpPr>
        <p:spPr>
          <a:xfrm>
            <a:off x="6620256" y="1408176"/>
            <a:ext cx="164592" cy="0"/>
          </a:xfrm>
          <a:prstGeom prst="straightConnector1">
            <a:avLst/>
          </a:prstGeom>
          <a:noFill/>
          <a:ln w="25400" cap="flat" cmpd="sng">
            <a:solidFill>
              <a:srgbClr val="3AACF0"/>
            </a:solidFill>
            <a:prstDash val="solid"/>
            <a:round/>
            <a:headEnd type="none" w="sm" len="sm"/>
            <a:tailEnd type="none"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Shape 598"/>
        <p:cNvGrpSpPr/>
        <p:nvPr/>
      </p:nvGrpSpPr>
      <p:grpSpPr>
        <a:xfrm>
          <a:off x="0" y="0"/>
          <a:ext cx="0" cy="0"/>
          <a:chOff x="0" y="0"/>
          <a:chExt cx="0" cy="0"/>
        </a:xfrm>
      </p:grpSpPr>
      <p:sp>
        <p:nvSpPr>
          <p:cNvPr id="599" name="Google Shape;599;p58"/>
          <p:cNvSpPr/>
          <p:nvPr/>
        </p:nvSpPr>
        <p:spPr>
          <a:xfrm>
            <a:off x="0" y="0"/>
            <a:ext cx="9144000" cy="914400"/>
          </a:xfrm>
          <a:prstGeom prst="rect">
            <a:avLst/>
          </a:prstGeom>
          <a:solidFill>
            <a:srgbClr val="1A3C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58"/>
          <p:cNvSpPr/>
          <p:nvPr/>
        </p:nvSpPr>
        <p:spPr>
          <a:xfrm>
            <a:off x="0" y="0"/>
            <a:ext cx="164592" cy="914400"/>
          </a:xfrm>
          <a:prstGeom prst="rect">
            <a:avLst/>
          </a:prstGeom>
          <a:solidFill>
            <a:srgbClr val="3A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58"/>
          <p:cNvSpPr/>
          <p:nvPr/>
        </p:nvSpPr>
        <p:spPr>
          <a:xfrm>
            <a:off x="320040" y="146304"/>
            <a:ext cx="621792" cy="621792"/>
          </a:xfrm>
          <a:prstGeom prst="ellipse">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02" name="Google Shape;602;p58" descr="preencoded.png"/>
          <p:cNvPicPr preferRelativeResize="0"/>
          <p:nvPr/>
        </p:nvPicPr>
        <p:blipFill rotWithShape="1">
          <a:blip r:embed="rId3">
            <a:alphaModFix/>
          </a:blip>
          <a:srcRect/>
          <a:stretch/>
        </p:blipFill>
        <p:spPr>
          <a:xfrm>
            <a:off x="402336" y="228600"/>
            <a:ext cx="457200" cy="457200"/>
          </a:xfrm>
          <a:prstGeom prst="rect">
            <a:avLst/>
          </a:prstGeom>
          <a:noFill/>
          <a:ln>
            <a:noFill/>
          </a:ln>
        </p:spPr>
      </p:pic>
      <p:sp>
        <p:nvSpPr>
          <p:cNvPr id="603" name="Google Shape;603;p58"/>
          <p:cNvSpPr/>
          <p:nvPr/>
        </p:nvSpPr>
        <p:spPr>
          <a:xfrm>
            <a:off x="1078992" y="0"/>
            <a:ext cx="621792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400"/>
              <a:buFont typeface="Calibri"/>
              <a:buNone/>
            </a:pPr>
            <a:r>
              <a:rPr lang="en-US" sz="2400" b="1">
                <a:solidFill>
                  <a:srgbClr val="FFFFFF"/>
                </a:solidFill>
                <a:latin typeface="Calibri"/>
                <a:ea typeface="Calibri"/>
                <a:cs typeface="Calibri"/>
                <a:sym typeface="Calibri"/>
              </a:rPr>
              <a:t>Project Overview</a:t>
            </a:r>
            <a:endParaRPr sz="2400">
              <a:solidFill>
                <a:schemeClr val="dk1"/>
              </a:solidFill>
              <a:latin typeface="Calibri"/>
              <a:ea typeface="Calibri"/>
              <a:cs typeface="Calibri"/>
              <a:sym typeface="Calibri"/>
            </a:endParaRPr>
          </a:p>
        </p:txBody>
      </p:sp>
      <p:sp>
        <p:nvSpPr>
          <p:cNvPr id="604" name="Google Shape;604;p58"/>
          <p:cNvSpPr/>
          <p:nvPr/>
        </p:nvSpPr>
        <p:spPr>
          <a:xfrm>
            <a:off x="6949440" y="0"/>
            <a:ext cx="640080" cy="914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1D9E6"/>
              </a:buClr>
              <a:buSzPts val="900"/>
              <a:buFont typeface="Calibri"/>
              <a:buNone/>
            </a:pPr>
            <a:r>
              <a:rPr lang="en-US" sz="900">
                <a:solidFill>
                  <a:srgbClr val="D1D9E6"/>
                </a:solidFill>
                <a:latin typeface="Calibri"/>
                <a:ea typeface="Calibri"/>
                <a:cs typeface="Calibri"/>
                <a:sym typeface="Calibri"/>
              </a:rPr>
              <a:t>5 / 10</a:t>
            </a:r>
            <a:endParaRPr sz="900">
              <a:solidFill>
                <a:schemeClr val="dk1"/>
              </a:solidFill>
              <a:latin typeface="Calibri"/>
              <a:ea typeface="Calibri"/>
              <a:cs typeface="Calibri"/>
              <a:sym typeface="Calibri"/>
            </a:endParaRPr>
          </a:p>
        </p:txBody>
      </p:sp>
      <p:pic>
        <p:nvPicPr>
          <p:cNvPr id="605" name="Google Shape;605;p58" descr="/home/claude/logo_nobg.png"/>
          <p:cNvPicPr preferRelativeResize="0"/>
          <p:nvPr/>
        </p:nvPicPr>
        <p:blipFill rotWithShape="1">
          <a:blip r:embed="rId4">
            <a:alphaModFix/>
          </a:blip>
          <a:srcRect/>
          <a:stretch/>
        </p:blipFill>
        <p:spPr>
          <a:xfrm>
            <a:off x="7635240" y="54864"/>
            <a:ext cx="1371600" cy="569433"/>
          </a:xfrm>
          <a:prstGeom prst="rect">
            <a:avLst/>
          </a:prstGeom>
          <a:noFill/>
          <a:ln>
            <a:noFill/>
          </a:ln>
        </p:spPr>
      </p:pic>
      <p:sp>
        <p:nvSpPr>
          <p:cNvPr id="606" name="Google Shape;606;p58"/>
          <p:cNvSpPr/>
          <p:nvPr/>
        </p:nvSpPr>
        <p:spPr>
          <a:xfrm>
            <a:off x="256032" y="1078992"/>
            <a:ext cx="4937760" cy="3858768"/>
          </a:xfrm>
          <a:prstGeom prst="rect">
            <a:avLst/>
          </a:prstGeom>
          <a:solidFill>
            <a:srgbClr val="1A3C6E"/>
          </a:solidFill>
          <a:ln>
            <a:noFill/>
          </a:ln>
          <a:effectLst>
            <a:outerShdw blurRad="127000" dist="25400" dir="81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58"/>
          <p:cNvSpPr/>
          <p:nvPr/>
        </p:nvSpPr>
        <p:spPr>
          <a:xfrm>
            <a:off x="256032" y="1078992"/>
            <a:ext cx="109728" cy="3858768"/>
          </a:xfrm>
          <a:prstGeom prst="rect">
            <a:avLst/>
          </a:prstGeom>
          <a:solidFill>
            <a:srgbClr val="3A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58"/>
          <p:cNvSpPr/>
          <p:nvPr/>
        </p:nvSpPr>
        <p:spPr>
          <a:xfrm>
            <a:off x="475488" y="1216152"/>
            <a:ext cx="4626864"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3AACF0"/>
              </a:buClr>
              <a:buSzPts val="1300"/>
              <a:buFont typeface="Calibri"/>
              <a:buNone/>
            </a:pPr>
            <a:r>
              <a:rPr lang="en-US" sz="1300" b="1">
                <a:solidFill>
                  <a:srgbClr val="3AACF0"/>
                </a:solidFill>
                <a:latin typeface="Calibri"/>
                <a:ea typeface="Calibri"/>
                <a:cs typeface="Calibri"/>
                <a:sym typeface="Calibri"/>
              </a:rPr>
              <a:t>Problem Statement</a:t>
            </a:r>
            <a:endParaRPr sz="1300">
              <a:solidFill>
                <a:schemeClr val="dk1"/>
              </a:solidFill>
              <a:latin typeface="Calibri"/>
              <a:ea typeface="Calibri"/>
              <a:cs typeface="Calibri"/>
              <a:sym typeface="Calibri"/>
            </a:endParaRPr>
          </a:p>
        </p:txBody>
      </p:sp>
      <p:sp>
        <p:nvSpPr>
          <p:cNvPr id="609" name="Google Shape;609;p58"/>
          <p:cNvSpPr/>
          <p:nvPr/>
        </p:nvSpPr>
        <p:spPr>
          <a:xfrm>
            <a:off x="475500" y="1609352"/>
            <a:ext cx="4626900" cy="3095997"/>
          </a:xfrm>
          <a:prstGeom prst="rect">
            <a:avLst/>
          </a:prstGeom>
          <a:noFill/>
          <a:ln>
            <a:noFill/>
          </a:ln>
        </p:spPr>
        <p:txBody>
          <a:bodyPr spcFirstLastPara="1" wrap="square" lIns="0" tIns="0" rIns="0" bIns="0" anchor="t" anchorCtr="0">
            <a:noAutofit/>
          </a:bodyPr>
          <a:lstStyle/>
          <a:p>
            <a:pPr lvl="0" algn="just">
              <a:buClr>
                <a:srgbClr val="FFFFFF"/>
              </a:buClr>
              <a:buSzPts val="1100"/>
            </a:pPr>
            <a:r>
              <a:rPr lang="en-US" sz="1100" dirty="0" smtClean="0">
                <a:solidFill>
                  <a:srgbClr val="FFFFFF"/>
                </a:solidFill>
                <a:latin typeface="Calibri"/>
                <a:ea typeface="Calibri"/>
                <a:cs typeface="Calibri"/>
                <a:sym typeface="Calibri"/>
              </a:rPr>
              <a:t>E-commerce businesses generate a large volume of sales, customer, product, and payment data every day, making manual analysis difficult and time-consuming.</a:t>
            </a:r>
          </a:p>
          <a:p>
            <a:pPr lvl="0" algn="just">
              <a:buClr>
                <a:srgbClr val="FFFFFF"/>
              </a:buClr>
              <a:buSzPts val="1100"/>
            </a:pPr>
            <a:endParaRPr lang="en-US" sz="500" dirty="0" smtClean="0">
              <a:solidFill>
                <a:srgbClr val="FFFFFF"/>
              </a:solidFill>
              <a:latin typeface="Calibri"/>
              <a:ea typeface="Calibri"/>
              <a:cs typeface="Calibri"/>
              <a:sym typeface="Calibri"/>
            </a:endParaRPr>
          </a:p>
          <a:p>
            <a:pPr algn="just">
              <a:buClr>
                <a:srgbClr val="FFFFFF"/>
              </a:buClr>
              <a:buSzPts val="1100"/>
            </a:pPr>
            <a:r>
              <a:rPr lang="en-US" sz="1100" dirty="0" smtClean="0">
                <a:solidFill>
                  <a:srgbClr val="FFFFFF"/>
                </a:solidFill>
                <a:latin typeface="Calibri"/>
                <a:ea typeface="Calibri"/>
                <a:cs typeface="Calibri"/>
                <a:sym typeface="Calibri"/>
              </a:rPr>
              <a:t>Without a centralized dashboard, it is challenging to monitor key business metrics such as total revenue, customer count, order status, and payment trends.</a:t>
            </a:r>
          </a:p>
          <a:p>
            <a:pPr algn="just">
              <a:buClr>
                <a:srgbClr val="FFFFFF"/>
              </a:buClr>
              <a:buSzPts val="1100"/>
            </a:pPr>
            <a:endParaRPr lang="en-US" sz="500" dirty="0" smtClean="0">
              <a:solidFill>
                <a:srgbClr val="FFFFFF"/>
              </a:solidFill>
              <a:latin typeface="Calibri"/>
              <a:ea typeface="Calibri"/>
              <a:cs typeface="Calibri"/>
              <a:sym typeface="Calibri"/>
            </a:endParaRPr>
          </a:p>
          <a:p>
            <a:pPr algn="just">
              <a:buClr>
                <a:srgbClr val="FFFFFF"/>
              </a:buClr>
              <a:buSzPts val="1100"/>
            </a:pPr>
            <a:r>
              <a:rPr lang="en-US" sz="1100" dirty="0" smtClean="0">
                <a:solidFill>
                  <a:srgbClr val="FFFFFF"/>
                </a:solidFill>
                <a:latin typeface="Calibri"/>
                <a:ea typeface="Calibri"/>
                <a:cs typeface="Calibri"/>
                <a:sym typeface="Calibri"/>
              </a:rPr>
              <a:t>Business managers often struggle to identify top-performing product categories, monthly sales patterns, and customer purchasing behavior from raw data.</a:t>
            </a:r>
          </a:p>
          <a:p>
            <a:pPr algn="just">
              <a:buClr>
                <a:srgbClr val="FFFFFF"/>
              </a:buClr>
              <a:buSzPts val="1100"/>
            </a:pPr>
            <a:endParaRPr lang="en-US" sz="500" dirty="0" smtClean="0">
              <a:solidFill>
                <a:srgbClr val="FFFFFF"/>
              </a:solidFill>
              <a:latin typeface="Calibri"/>
              <a:ea typeface="Calibri"/>
              <a:cs typeface="Calibri"/>
              <a:sym typeface="Calibri"/>
            </a:endParaRPr>
          </a:p>
          <a:p>
            <a:pPr algn="just">
              <a:buClr>
                <a:srgbClr val="FFFFFF"/>
              </a:buClr>
              <a:buSzPts val="1100"/>
            </a:pPr>
            <a:r>
              <a:rPr lang="en-US" sz="1100" dirty="0" smtClean="0">
                <a:solidFill>
                  <a:srgbClr val="FFFFFF"/>
                </a:solidFill>
                <a:latin typeface="Calibri"/>
                <a:ea typeface="Calibri"/>
                <a:cs typeface="Calibri"/>
                <a:sym typeface="Calibri"/>
              </a:rPr>
              <a:t>Multiple datasets stored in separate files make it difficult to combine and analyze information accurately without proper data relationships.</a:t>
            </a:r>
          </a:p>
          <a:p>
            <a:pPr algn="just">
              <a:buClr>
                <a:srgbClr val="FFFFFF"/>
              </a:buClr>
              <a:buSzPts val="1100"/>
            </a:pPr>
            <a:endParaRPr lang="en-US" sz="500" dirty="0" smtClean="0">
              <a:solidFill>
                <a:srgbClr val="FFFFFF"/>
              </a:solidFill>
              <a:latin typeface="Calibri"/>
              <a:ea typeface="Calibri"/>
              <a:cs typeface="Calibri"/>
              <a:sym typeface="Calibri"/>
            </a:endParaRPr>
          </a:p>
          <a:p>
            <a:pPr algn="just">
              <a:buClr>
                <a:srgbClr val="FFFFFF"/>
              </a:buClr>
              <a:buSzPts val="1100"/>
            </a:pPr>
            <a:r>
              <a:rPr lang="en-US" sz="1100" dirty="0" smtClean="0">
                <a:solidFill>
                  <a:srgbClr val="FFFFFF"/>
                </a:solidFill>
                <a:latin typeface="Calibri"/>
                <a:ea typeface="Calibri"/>
                <a:cs typeface="Calibri"/>
                <a:sym typeface="Calibri"/>
              </a:rPr>
              <a:t>There is a need for an interactive Business Intelligence dashboard that can transform raw data into meaningful visual insights and support faster, data-driven business decisions.</a:t>
            </a:r>
          </a:p>
          <a:p>
            <a:pPr algn="just">
              <a:buClr>
                <a:srgbClr val="FFFFFF"/>
              </a:buClr>
              <a:buSzPts val="1100"/>
            </a:pPr>
            <a:endParaRPr lang="en-US" sz="500" dirty="0" smtClean="0">
              <a:solidFill>
                <a:srgbClr val="FFFFFF"/>
              </a:solidFill>
              <a:latin typeface="Calibri"/>
              <a:ea typeface="Calibri"/>
              <a:cs typeface="Calibri"/>
              <a:sym typeface="Calibri"/>
            </a:endParaRPr>
          </a:p>
          <a:p>
            <a:pPr algn="just">
              <a:buClr>
                <a:srgbClr val="FFFFFF"/>
              </a:buClr>
              <a:buSzPts val="1100"/>
            </a:pPr>
            <a:r>
              <a:rPr lang="en-US" sz="1100" dirty="0" smtClean="0">
                <a:solidFill>
                  <a:srgbClr val="FFFFFF"/>
                </a:solidFill>
                <a:latin typeface="Calibri"/>
                <a:ea typeface="Calibri"/>
                <a:cs typeface="Calibri"/>
                <a:sym typeface="Calibri"/>
              </a:rPr>
              <a:t>This project addresses these challenges by developing an interactive Tableau dashboard that integrates multiple datasets and provides clear, real-time business insights through KPIs and visualizations.</a:t>
            </a:r>
          </a:p>
          <a:p>
            <a:pPr>
              <a:buClr>
                <a:srgbClr val="FFFFFF"/>
              </a:buClr>
              <a:buSzPts val="1100"/>
            </a:pPr>
            <a:endParaRPr sz="1050">
              <a:solidFill>
                <a:srgbClr val="FFFFFF"/>
              </a:solidFill>
              <a:latin typeface="Calibri"/>
              <a:ea typeface="Calibri"/>
              <a:cs typeface="Calibri"/>
              <a:sym typeface="Calibri"/>
            </a:endParaRPr>
          </a:p>
        </p:txBody>
      </p:sp>
      <p:sp>
        <p:nvSpPr>
          <p:cNvPr id="610" name="Google Shape;610;p58"/>
          <p:cNvSpPr/>
          <p:nvPr/>
        </p:nvSpPr>
        <p:spPr>
          <a:xfrm>
            <a:off x="5394960" y="1078992"/>
            <a:ext cx="3493008" cy="1828800"/>
          </a:xfrm>
          <a:prstGeom prst="rect">
            <a:avLst/>
          </a:prstGeom>
          <a:solidFill>
            <a:srgbClr val="FFFFFF"/>
          </a:solidFill>
          <a:ln>
            <a:noFill/>
          </a:ln>
          <a:effectLst>
            <a:outerShdw blurRad="1016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58"/>
          <p:cNvSpPr/>
          <p:nvPr/>
        </p:nvSpPr>
        <p:spPr>
          <a:xfrm>
            <a:off x="5394960" y="1078992"/>
            <a:ext cx="109728" cy="1828800"/>
          </a:xfrm>
          <a:prstGeom prst="rect">
            <a:avLst/>
          </a:prstGeom>
          <a:solidFill>
            <a:srgbClr val="3A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58"/>
          <p:cNvSpPr/>
          <p:nvPr/>
        </p:nvSpPr>
        <p:spPr>
          <a:xfrm>
            <a:off x="5596128" y="1170432"/>
            <a:ext cx="320040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3C6E"/>
              </a:buClr>
              <a:buSzPts val="1150"/>
              <a:buFont typeface="Calibri"/>
              <a:buNone/>
            </a:pPr>
            <a:r>
              <a:rPr lang="en-US" sz="1150" b="1">
                <a:solidFill>
                  <a:srgbClr val="1A3C6E"/>
                </a:solidFill>
                <a:latin typeface="Calibri"/>
                <a:ea typeface="Calibri"/>
                <a:cs typeface="Calibri"/>
                <a:sym typeface="Calibri"/>
              </a:rPr>
              <a:t>Scope</a:t>
            </a:r>
            <a:endParaRPr sz="1150">
              <a:solidFill>
                <a:schemeClr val="dk1"/>
              </a:solidFill>
              <a:latin typeface="Calibri"/>
              <a:ea typeface="Calibri"/>
              <a:cs typeface="Calibri"/>
              <a:sym typeface="Calibri"/>
            </a:endParaRPr>
          </a:p>
        </p:txBody>
      </p:sp>
      <p:sp>
        <p:nvSpPr>
          <p:cNvPr id="613" name="Google Shape;613;p58"/>
          <p:cNvSpPr/>
          <p:nvPr/>
        </p:nvSpPr>
        <p:spPr>
          <a:xfrm>
            <a:off x="5596128" y="1517904"/>
            <a:ext cx="3200400" cy="1298448"/>
          </a:xfrm>
          <a:prstGeom prst="rect">
            <a:avLst/>
          </a:prstGeom>
          <a:noFill/>
          <a:ln>
            <a:noFill/>
          </a:ln>
        </p:spPr>
        <p:txBody>
          <a:bodyPr spcFirstLastPara="1" wrap="square" lIns="0" tIns="0" rIns="0" bIns="0" anchor="ctr" anchorCtr="0">
            <a:noAutofit/>
          </a:bodyPr>
          <a:lstStyle/>
          <a:p>
            <a:pPr lvl="0">
              <a:buClr>
                <a:schemeClr val="dk1"/>
              </a:buClr>
              <a:buSzPts val="1100"/>
              <a:buFont typeface="Wingdings" pitchFamily="2" charset="2"/>
              <a:buChar char="§"/>
            </a:pPr>
            <a:r>
              <a:rPr lang="en-US" sz="1200" dirty="0" smtClean="0">
                <a:solidFill>
                  <a:srgbClr val="1A202C"/>
                </a:solidFill>
                <a:latin typeface="Calibri"/>
                <a:ea typeface="Calibri"/>
                <a:cs typeface="Calibri"/>
                <a:sym typeface="Calibri"/>
              </a:rPr>
              <a:t> Analyze sales performance.</a:t>
            </a:r>
          </a:p>
          <a:p>
            <a:pPr lvl="0">
              <a:buClr>
                <a:schemeClr val="dk1"/>
              </a:buClr>
              <a:buSzPts val="1100"/>
              <a:buFont typeface="Wingdings" pitchFamily="2" charset="2"/>
              <a:buChar char="§"/>
            </a:pPr>
            <a:r>
              <a:rPr lang="en-US" sz="1200" dirty="0" smtClean="0">
                <a:solidFill>
                  <a:srgbClr val="1A202C"/>
                </a:solidFill>
                <a:latin typeface="Calibri"/>
                <a:ea typeface="Calibri"/>
                <a:cs typeface="Calibri"/>
                <a:sym typeface="Calibri"/>
              </a:rPr>
              <a:t> Track customer orders.</a:t>
            </a:r>
          </a:p>
          <a:p>
            <a:pPr lvl="0">
              <a:buClr>
                <a:schemeClr val="dk1"/>
              </a:buClr>
              <a:buSzPts val="1100"/>
              <a:buFont typeface="Wingdings" pitchFamily="2" charset="2"/>
              <a:buChar char="§"/>
            </a:pPr>
            <a:r>
              <a:rPr lang="en-US" sz="1200" dirty="0" smtClean="0">
                <a:solidFill>
                  <a:srgbClr val="1A202C"/>
                </a:solidFill>
                <a:latin typeface="Calibri"/>
                <a:ea typeface="Calibri"/>
                <a:cs typeface="Calibri"/>
                <a:sym typeface="Calibri"/>
              </a:rPr>
              <a:t> Monitor payment methods. </a:t>
            </a:r>
          </a:p>
          <a:p>
            <a:pPr lvl="0">
              <a:buClr>
                <a:schemeClr val="dk1"/>
              </a:buClr>
              <a:buSzPts val="1100"/>
              <a:buFont typeface="Wingdings" pitchFamily="2" charset="2"/>
              <a:buChar char="§"/>
            </a:pPr>
            <a:r>
              <a:rPr lang="en-US" sz="1200" dirty="0" smtClean="0">
                <a:solidFill>
                  <a:srgbClr val="1A202C"/>
                </a:solidFill>
                <a:latin typeface="Calibri"/>
                <a:ea typeface="Calibri"/>
                <a:cs typeface="Calibri"/>
                <a:sym typeface="Calibri"/>
              </a:rPr>
              <a:t> Identify top-selling categories. </a:t>
            </a:r>
          </a:p>
          <a:p>
            <a:pPr lvl="0">
              <a:buClr>
                <a:schemeClr val="dk1"/>
              </a:buClr>
              <a:buSzPts val="1100"/>
              <a:buFont typeface="Wingdings" pitchFamily="2" charset="2"/>
              <a:buChar char="§"/>
            </a:pPr>
            <a:r>
              <a:rPr lang="en-US" sz="1200" dirty="0" smtClean="0">
                <a:solidFill>
                  <a:srgbClr val="1A202C"/>
                </a:solidFill>
                <a:latin typeface="Calibri"/>
                <a:ea typeface="Calibri"/>
                <a:cs typeface="Calibri"/>
                <a:sym typeface="Calibri"/>
              </a:rPr>
              <a:t> Visualize order status. </a:t>
            </a:r>
          </a:p>
          <a:p>
            <a:pPr>
              <a:buClr>
                <a:schemeClr val="dk1"/>
              </a:buClr>
              <a:buSzPts val="1100"/>
            </a:pPr>
            <a:endParaRPr sz="1200">
              <a:solidFill>
                <a:srgbClr val="1A202C"/>
              </a:solidFill>
              <a:latin typeface="Calibri"/>
              <a:ea typeface="Calibri"/>
              <a:cs typeface="Calibri"/>
              <a:sym typeface="Calibri"/>
            </a:endParaRPr>
          </a:p>
          <a:p>
            <a:pPr marL="0" marR="0" lvl="0" indent="0" algn="l" rtl="0">
              <a:spcBef>
                <a:spcPts val="0"/>
              </a:spcBef>
              <a:spcAft>
                <a:spcPts val="0"/>
              </a:spcAft>
              <a:buNone/>
            </a:pPr>
            <a:endParaRPr sz="1200">
              <a:solidFill>
                <a:srgbClr val="1A202C"/>
              </a:solidFill>
              <a:latin typeface="Calibri"/>
              <a:ea typeface="Calibri"/>
              <a:cs typeface="Calibri"/>
              <a:sym typeface="Calibri"/>
            </a:endParaRPr>
          </a:p>
        </p:txBody>
      </p:sp>
      <p:sp>
        <p:nvSpPr>
          <p:cNvPr id="614" name="Google Shape;614;p58"/>
          <p:cNvSpPr/>
          <p:nvPr/>
        </p:nvSpPr>
        <p:spPr>
          <a:xfrm>
            <a:off x="5394960" y="3108960"/>
            <a:ext cx="3493008" cy="1828800"/>
          </a:xfrm>
          <a:prstGeom prst="rect">
            <a:avLst/>
          </a:prstGeom>
          <a:solidFill>
            <a:srgbClr val="FFFFFF"/>
          </a:solidFill>
          <a:ln>
            <a:noFill/>
          </a:ln>
          <a:effectLst>
            <a:outerShdw blurRad="1016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58"/>
          <p:cNvSpPr/>
          <p:nvPr/>
        </p:nvSpPr>
        <p:spPr>
          <a:xfrm>
            <a:off x="5394960" y="3108960"/>
            <a:ext cx="109728" cy="1828800"/>
          </a:xfrm>
          <a:prstGeom prst="rect">
            <a:avLst/>
          </a:prstGeom>
          <a:solidFill>
            <a:srgbClr val="3A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58"/>
          <p:cNvSpPr/>
          <p:nvPr/>
        </p:nvSpPr>
        <p:spPr>
          <a:xfrm>
            <a:off x="5596128" y="3200400"/>
            <a:ext cx="320040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3C6E"/>
              </a:buClr>
              <a:buSzPts val="1150"/>
              <a:buFont typeface="Calibri"/>
              <a:buNone/>
            </a:pPr>
            <a:r>
              <a:rPr lang="en-US" sz="1150" b="1">
                <a:solidFill>
                  <a:srgbClr val="1A3C6E"/>
                </a:solidFill>
                <a:latin typeface="Calibri"/>
                <a:ea typeface="Calibri"/>
                <a:cs typeface="Calibri"/>
                <a:sym typeface="Calibri"/>
              </a:rPr>
              <a:t>Approach</a:t>
            </a:r>
            <a:endParaRPr sz="1150">
              <a:solidFill>
                <a:schemeClr val="dk1"/>
              </a:solidFill>
              <a:latin typeface="Calibri"/>
              <a:ea typeface="Calibri"/>
              <a:cs typeface="Calibri"/>
              <a:sym typeface="Calibri"/>
            </a:endParaRPr>
          </a:p>
        </p:txBody>
      </p:sp>
      <p:sp>
        <p:nvSpPr>
          <p:cNvPr id="617" name="Google Shape;617;p58"/>
          <p:cNvSpPr/>
          <p:nvPr/>
        </p:nvSpPr>
        <p:spPr>
          <a:xfrm>
            <a:off x="5638800" y="3486150"/>
            <a:ext cx="3200400" cy="1524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US" sz="1200" dirty="0" smtClean="0">
                <a:solidFill>
                  <a:srgbClr val="1A202C"/>
                </a:solidFill>
                <a:latin typeface="Calibri"/>
                <a:ea typeface="Calibri"/>
                <a:cs typeface="Calibri"/>
                <a:sym typeface="Calibri"/>
              </a:rPr>
              <a:t>Planning</a:t>
            </a:r>
            <a:endParaRPr sz="1200">
              <a:solidFill>
                <a:srgbClr val="1A202C"/>
              </a:solidFill>
              <a:latin typeface="Calibri"/>
              <a:ea typeface="Calibri"/>
              <a:cs typeface="Calibri"/>
              <a:sym typeface="Calibri"/>
            </a:endParaRPr>
          </a:p>
          <a:p>
            <a:pPr lvl="0">
              <a:buClr>
                <a:schemeClr val="dk1"/>
              </a:buClr>
              <a:buSzPts val="1100"/>
            </a:pPr>
            <a:r>
              <a:rPr lang="en-US" sz="1200" dirty="0" smtClean="0">
                <a:solidFill>
                  <a:srgbClr val="1A202C"/>
                </a:solidFill>
                <a:latin typeface="Calibri"/>
                <a:ea typeface="Calibri"/>
                <a:cs typeface="Calibri"/>
                <a:sym typeface="Calibri"/>
              </a:rPr>
              <a:t>Data Collection</a:t>
            </a:r>
          </a:p>
          <a:p>
            <a:pPr lvl="0">
              <a:buClr>
                <a:schemeClr val="dk1"/>
              </a:buClr>
              <a:buSzPts val="1100"/>
            </a:pPr>
            <a:r>
              <a:rPr lang="en-US" sz="1200" dirty="0" smtClean="0">
                <a:solidFill>
                  <a:srgbClr val="1A202C"/>
                </a:solidFill>
                <a:latin typeface="Calibri"/>
                <a:ea typeface="Calibri"/>
                <a:cs typeface="Calibri"/>
                <a:sym typeface="Calibri"/>
              </a:rPr>
              <a:t>Data Cleaning</a:t>
            </a:r>
          </a:p>
          <a:p>
            <a:pPr lvl="0">
              <a:buClr>
                <a:schemeClr val="dk1"/>
              </a:buClr>
              <a:buSzPts val="1100"/>
            </a:pPr>
            <a:r>
              <a:rPr lang="en-US" sz="1200" dirty="0" smtClean="0">
                <a:solidFill>
                  <a:srgbClr val="1A202C"/>
                </a:solidFill>
                <a:latin typeface="Calibri"/>
                <a:ea typeface="Calibri"/>
                <a:cs typeface="Calibri"/>
                <a:sym typeface="Calibri"/>
              </a:rPr>
              <a:t>Relationship Creation</a:t>
            </a:r>
          </a:p>
          <a:p>
            <a:pPr lvl="0">
              <a:buClr>
                <a:schemeClr val="dk1"/>
              </a:buClr>
              <a:buSzPts val="1100"/>
            </a:pPr>
            <a:r>
              <a:rPr lang="en-US" sz="1200" dirty="0" smtClean="0">
                <a:solidFill>
                  <a:srgbClr val="1A202C"/>
                </a:solidFill>
                <a:latin typeface="Calibri"/>
                <a:ea typeface="Calibri"/>
                <a:cs typeface="Calibri"/>
                <a:sym typeface="Calibri"/>
              </a:rPr>
              <a:t>Dashboard Development</a:t>
            </a:r>
          </a:p>
          <a:p>
            <a:pPr lvl="0">
              <a:buClr>
                <a:schemeClr val="dk1"/>
              </a:buClr>
              <a:buSzPts val="1100"/>
            </a:pPr>
            <a:r>
              <a:rPr lang="en-US" sz="1200" dirty="0" smtClean="0">
                <a:solidFill>
                  <a:srgbClr val="1A202C"/>
                </a:solidFill>
                <a:latin typeface="Calibri"/>
                <a:ea typeface="Calibri"/>
                <a:cs typeface="Calibri"/>
                <a:sym typeface="Calibri"/>
              </a:rPr>
              <a:t>Testing</a:t>
            </a:r>
          </a:p>
          <a:p>
            <a:pPr lvl="0">
              <a:buClr>
                <a:schemeClr val="dk1"/>
              </a:buClr>
              <a:buSzPts val="1100"/>
            </a:pPr>
            <a:r>
              <a:rPr lang="en-US" sz="1200" dirty="0" smtClean="0">
                <a:solidFill>
                  <a:srgbClr val="1A202C"/>
                </a:solidFill>
                <a:latin typeface="Calibri"/>
                <a:ea typeface="Calibri"/>
                <a:cs typeface="Calibri"/>
                <a:sym typeface="Calibri"/>
              </a:rPr>
              <a:t>Documentation</a:t>
            </a:r>
          </a:p>
          <a:p>
            <a:pPr marL="0" lvl="0" indent="0" algn="l" rtl="0">
              <a:spcBef>
                <a:spcPts val="0"/>
              </a:spcBef>
              <a:spcAft>
                <a:spcPts val="0"/>
              </a:spcAft>
              <a:buClr>
                <a:schemeClr val="dk1"/>
              </a:buClr>
              <a:buSzPts val="1100"/>
              <a:buFont typeface="Arial"/>
              <a:buNone/>
            </a:pPr>
            <a:endParaRPr sz="1200">
              <a:solidFill>
                <a:srgbClr val="1A202C"/>
              </a:solidFill>
              <a:latin typeface="Calibri"/>
              <a:ea typeface="Calibri"/>
              <a:cs typeface="Calibri"/>
              <a:sym typeface="Calibri"/>
            </a:endParaRPr>
          </a:p>
          <a:p>
            <a:pPr marL="0" marR="0" lvl="0" indent="0" algn="l" rtl="0">
              <a:spcBef>
                <a:spcPts val="0"/>
              </a:spcBef>
              <a:spcAft>
                <a:spcPts val="0"/>
              </a:spcAft>
              <a:buNone/>
            </a:pPr>
            <a:endParaRPr sz="1200">
              <a:solidFill>
                <a:srgbClr val="1A202C"/>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Shape 622"/>
        <p:cNvGrpSpPr/>
        <p:nvPr/>
      </p:nvGrpSpPr>
      <p:grpSpPr>
        <a:xfrm>
          <a:off x="0" y="0"/>
          <a:ext cx="0" cy="0"/>
          <a:chOff x="0" y="0"/>
          <a:chExt cx="0" cy="0"/>
        </a:xfrm>
      </p:grpSpPr>
      <p:sp>
        <p:nvSpPr>
          <p:cNvPr id="623" name="Google Shape;623;p59"/>
          <p:cNvSpPr/>
          <p:nvPr/>
        </p:nvSpPr>
        <p:spPr>
          <a:xfrm>
            <a:off x="0" y="0"/>
            <a:ext cx="9144000" cy="914400"/>
          </a:xfrm>
          <a:prstGeom prst="rect">
            <a:avLst/>
          </a:prstGeom>
          <a:solidFill>
            <a:srgbClr val="1A3C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59"/>
          <p:cNvSpPr/>
          <p:nvPr/>
        </p:nvSpPr>
        <p:spPr>
          <a:xfrm>
            <a:off x="0" y="0"/>
            <a:ext cx="164592" cy="914400"/>
          </a:xfrm>
          <a:prstGeom prst="rect">
            <a:avLst/>
          </a:prstGeom>
          <a:solidFill>
            <a:srgbClr val="3A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59"/>
          <p:cNvSpPr/>
          <p:nvPr/>
        </p:nvSpPr>
        <p:spPr>
          <a:xfrm>
            <a:off x="320040" y="146304"/>
            <a:ext cx="621792" cy="621792"/>
          </a:xfrm>
          <a:prstGeom prst="ellipse">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26" name="Google Shape;626;p59" descr="preencoded.png"/>
          <p:cNvPicPr preferRelativeResize="0"/>
          <p:nvPr/>
        </p:nvPicPr>
        <p:blipFill rotWithShape="1">
          <a:blip r:embed="rId3">
            <a:alphaModFix/>
          </a:blip>
          <a:srcRect/>
          <a:stretch/>
        </p:blipFill>
        <p:spPr>
          <a:xfrm>
            <a:off x="402336" y="228600"/>
            <a:ext cx="457200" cy="457200"/>
          </a:xfrm>
          <a:prstGeom prst="rect">
            <a:avLst/>
          </a:prstGeom>
          <a:noFill/>
          <a:ln>
            <a:noFill/>
          </a:ln>
        </p:spPr>
      </p:pic>
      <p:sp>
        <p:nvSpPr>
          <p:cNvPr id="627" name="Google Shape;627;p59"/>
          <p:cNvSpPr/>
          <p:nvPr/>
        </p:nvSpPr>
        <p:spPr>
          <a:xfrm>
            <a:off x="1078992" y="0"/>
            <a:ext cx="621792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400"/>
              <a:buFont typeface="Calibri"/>
              <a:buNone/>
            </a:pPr>
            <a:r>
              <a:rPr lang="en-US" sz="2400" b="1">
                <a:solidFill>
                  <a:srgbClr val="FFFFFF"/>
                </a:solidFill>
                <a:latin typeface="Calibri"/>
                <a:ea typeface="Calibri"/>
                <a:cs typeface="Calibri"/>
                <a:sym typeface="Calibri"/>
              </a:rPr>
              <a:t>Tools &amp; Technologies</a:t>
            </a:r>
            <a:endParaRPr sz="2400">
              <a:solidFill>
                <a:schemeClr val="dk1"/>
              </a:solidFill>
              <a:latin typeface="Calibri"/>
              <a:ea typeface="Calibri"/>
              <a:cs typeface="Calibri"/>
              <a:sym typeface="Calibri"/>
            </a:endParaRPr>
          </a:p>
        </p:txBody>
      </p:sp>
      <p:sp>
        <p:nvSpPr>
          <p:cNvPr id="628" name="Google Shape;628;p59"/>
          <p:cNvSpPr/>
          <p:nvPr/>
        </p:nvSpPr>
        <p:spPr>
          <a:xfrm>
            <a:off x="6949440" y="0"/>
            <a:ext cx="640080" cy="914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1D9E6"/>
              </a:buClr>
              <a:buSzPts val="900"/>
              <a:buFont typeface="Calibri"/>
              <a:buNone/>
            </a:pPr>
            <a:r>
              <a:rPr lang="en-US" sz="900">
                <a:solidFill>
                  <a:srgbClr val="D1D9E6"/>
                </a:solidFill>
                <a:latin typeface="Calibri"/>
                <a:ea typeface="Calibri"/>
                <a:cs typeface="Calibri"/>
                <a:sym typeface="Calibri"/>
              </a:rPr>
              <a:t>7 / 10</a:t>
            </a:r>
            <a:endParaRPr sz="900">
              <a:solidFill>
                <a:schemeClr val="dk1"/>
              </a:solidFill>
              <a:latin typeface="Calibri"/>
              <a:ea typeface="Calibri"/>
              <a:cs typeface="Calibri"/>
              <a:sym typeface="Calibri"/>
            </a:endParaRPr>
          </a:p>
        </p:txBody>
      </p:sp>
      <p:pic>
        <p:nvPicPr>
          <p:cNvPr id="629" name="Google Shape;629;p59" descr="/home/claude/logo_nobg.png"/>
          <p:cNvPicPr preferRelativeResize="0"/>
          <p:nvPr/>
        </p:nvPicPr>
        <p:blipFill rotWithShape="1">
          <a:blip r:embed="rId4">
            <a:alphaModFix/>
          </a:blip>
          <a:srcRect/>
          <a:stretch/>
        </p:blipFill>
        <p:spPr>
          <a:xfrm>
            <a:off x="7635240" y="54864"/>
            <a:ext cx="1371600" cy="569433"/>
          </a:xfrm>
          <a:prstGeom prst="rect">
            <a:avLst/>
          </a:prstGeom>
          <a:noFill/>
          <a:ln>
            <a:noFill/>
          </a:ln>
        </p:spPr>
      </p:pic>
      <p:sp>
        <p:nvSpPr>
          <p:cNvPr id="630" name="Google Shape;630;p59"/>
          <p:cNvSpPr/>
          <p:nvPr/>
        </p:nvSpPr>
        <p:spPr>
          <a:xfrm>
            <a:off x="256032" y="1078992"/>
            <a:ext cx="2834700" cy="3858900"/>
          </a:xfrm>
          <a:prstGeom prst="rect">
            <a:avLst/>
          </a:prstGeom>
          <a:solidFill>
            <a:srgbClr val="FFFFFF"/>
          </a:solidFill>
          <a:ln>
            <a:noFill/>
          </a:ln>
          <a:effectLst>
            <a:outerShdw blurRad="1016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59"/>
          <p:cNvSpPr/>
          <p:nvPr/>
        </p:nvSpPr>
        <p:spPr>
          <a:xfrm>
            <a:off x="256032" y="1078992"/>
            <a:ext cx="2834640" cy="694944"/>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59"/>
          <p:cNvSpPr/>
          <p:nvPr/>
        </p:nvSpPr>
        <p:spPr>
          <a:xfrm>
            <a:off x="384048" y="1170432"/>
            <a:ext cx="512064" cy="512064"/>
          </a:xfrm>
          <a:prstGeom prst="ellipse">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33" name="Google Shape;633;p59" descr="preencoded.png"/>
          <p:cNvPicPr preferRelativeResize="0"/>
          <p:nvPr/>
        </p:nvPicPr>
        <p:blipFill>
          <a:blip r:embed="rId5"/>
          <a:stretch>
            <a:fillRect/>
          </a:stretch>
        </p:blipFill>
        <p:spPr>
          <a:xfrm>
            <a:off x="457200" y="1276350"/>
            <a:ext cx="332232" cy="271974"/>
          </a:xfrm>
          <a:prstGeom prst="rect">
            <a:avLst/>
          </a:prstGeom>
          <a:noFill/>
          <a:ln>
            <a:noFill/>
          </a:ln>
        </p:spPr>
      </p:pic>
      <p:sp>
        <p:nvSpPr>
          <p:cNvPr id="634" name="Google Shape;634;p59"/>
          <p:cNvSpPr/>
          <p:nvPr/>
        </p:nvSpPr>
        <p:spPr>
          <a:xfrm>
            <a:off x="1024128" y="1078992"/>
            <a:ext cx="1993392" cy="694944"/>
          </a:xfrm>
          <a:prstGeom prst="rect">
            <a:avLst/>
          </a:prstGeom>
          <a:noFill/>
          <a:ln>
            <a:noFill/>
          </a:ln>
        </p:spPr>
        <p:txBody>
          <a:bodyPr spcFirstLastPara="1" wrap="square" lIns="0" tIns="0" rIns="0" bIns="0" anchor="ctr" anchorCtr="0">
            <a:noAutofit/>
          </a:bodyPr>
          <a:lstStyle/>
          <a:p>
            <a:pPr lvl="0">
              <a:buClr>
                <a:srgbClr val="FFFFFF"/>
              </a:buClr>
              <a:buSzPts val="1100"/>
            </a:pPr>
            <a:r>
              <a:rPr lang="en-US" sz="1100" b="1" dirty="0" smtClean="0">
                <a:solidFill>
                  <a:srgbClr val="FFFFFF"/>
                </a:solidFill>
                <a:latin typeface="Calibri"/>
                <a:ea typeface="Calibri"/>
                <a:cs typeface="Calibri"/>
                <a:sym typeface="Calibri"/>
              </a:rPr>
              <a:t>Data Analysis &amp; Visualization</a:t>
            </a:r>
            <a:endParaRPr sz="1100">
              <a:solidFill>
                <a:schemeClr val="dk1"/>
              </a:solidFill>
              <a:latin typeface="Calibri"/>
              <a:ea typeface="Calibri"/>
              <a:cs typeface="Calibri"/>
              <a:sym typeface="Calibri"/>
            </a:endParaRPr>
          </a:p>
        </p:txBody>
      </p:sp>
      <p:sp>
        <p:nvSpPr>
          <p:cNvPr id="635" name="Google Shape;635;p59"/>
          <p:cNvSpPr/>
          <p:nvPr/>
        </p:nvSpPr>
        <p:spPr>
          <a:xfrm>
            <a:off x="512125" y="1917134"/>
            <a:ext cx="2505300" cy="457200"/>
          </a:xfrm>
          <a:prstGeom prst="rect">
            <a:avLst/>
          </a:prstGeom>
          <a:solidFill>
            <a:srgbClr val="F4F6FA"/>
          </a:solidFill>
          <a:ln>
            <a:noFill/>
          </a:ln>
        </p:spPr>
        <p:txBody>
          <a:bodyPr spcFirstLastPara="1" wrap="square" lIns="91425" tIns="91425" rIns="91425" bIns="91425" anchor="ctr" anchorCtr="0">
            <a:noAutofit/>
          </a:bodyPr>
          <a:lstStyle/>
          <a:p>
            <a:pPr lvl="0">
              <a:lnSpc>
                <a:spcPct val="115000"/>
              </a:lnSpc>
              <a:spcBef>
                <a:spcPts val="1200"/>
              </a:spcBef>
              <a:spcAft>
                <a:spcPts val="1200"/>
              </a:spcAft>
            </a:pPr>
            <a:r>
              <a:rPr lang="en-US" dirty="0" smtClean="0">
                <a:solidFill>
                  <a:schemeClr val="dk1"/>
                </a:solidFill>
              </a:rPr>
              <a:t>Tableau Desktop</a:t>
            </a:r>
            <a:endParaRPr/>
          </a:p>
        </p:txBody>
      </p:sp>
      <p:sp>
        <p:nvSpPr>
          <p:cNvPr id="636" name="Google Shape;636;p59"/>
          <p:cNvSpPr/>
          <p:nvPr/>
        </p:nvSpPr>
        <p:spPr>
          <a:xfrm>
            <a:off x="420523" y="3760797"/>
            <a:ext cx="91500" cy="457200"/>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59"/>
          <p:cNvSpPr/>
          <p:nvPr/>
        </p:nvSpPr>
        <p:spPr>
          <a:xfrm>
            <a:off x="512125" y="2542047"/>
            <a:ext cx="2505300" cy="457200"/>
          </a:xfrm>
          <a:prstGeom prst="rect">
            <a:avLst/>
          </a:prstGeom>
          <a:solidFill>
            <a:srgbClr val="F4F6FA"/>
          </a:solidFill>
          <a:ln>
            <a:noFill/>
          </a:ln>
        </p:spPr>
        <p:txBody>
          <a:bodyPr spcFirstLastPara="1" wrap="square" lIns="91425" tIns="91425" rIns="91425" bIns="91425" anchor="ctr" anchorCtr="0">
            <a:noAutofit/>
          </a:bodyPr>
          <a:lstStyle/>
          <a:p>
            <a:pPr lvl="0">
              <a:lnSpc>
                <a:spcPct val="115000"/>
              </a:lnSpc>
              <a:spcBef>
                <a:spcPts val="1200"/>
              </a:spcBef>
              <a:spcAft>
                <a:spcPts val="1200"/>
              </a:spcAft>
              <a:buClr>
                <a:schemeClr val="dk1"/>
              </a:buClr>
              <a:buSzPts val="1100"/>
            </a:pPr>
            <a:r>
              <a:rPr lang="en-US" dirty="0" smtClean="0">
                <a:solidFill>
                  <a:schemeClr val="dk1"/>
                </a:solidFill>
              </a:rPr>
              <a:t>Microsoft Excel</a:t>
            </a:r>
            <a:endParaRPr/>
          </a:p>
        </p:txBody>
      </p:sp>
      <p:sp>
        <p:nvSpPr>
          <p:cNvPr id="638" name="Google Shape;638;p59"/>
          <p:cNvSpPr/>
          <p:nvPr/>
        </p:nvSpPr>
        <p:spPr>
          <a:xfrm>
            <a:off x="512125" y="3151422"/>
            <a:ext cx="2505300" cy="457200"/>
          </a:xfrm>
          <a:prstGeom prst="rect">
            <a:avLst/>
          </a:prstGeom>
          <a:solidFill>
            <a:srgbClr val="F4F6FA"/>
          </a:solidFill>
          <a:ln>
            <a:noFill/>
          </a:ln>
        </p:spPr>
        <p:txBody>
          <a:bodyPr spcFirstLastPara="1" wrap="square" lIns="91425" tIns="91425" rIns="91425" bIns="91425" anchor="ctr" anchorCtr="0">
            <a:noAutofit/>
          </a:bodyPr>
          <a:lstStyle/>
          <a:p>
            <a:pPr lvl="0">
              <a:lnSpc>
                <a:spcPct val="115000"/>
              </a:lnSpc>
              <a:spcBef>
                <a:spcPts val="1200"/>
              </a:spcBef>
              <a:spcAft>
                <a:spcPts val="1200"/>
              </a:spcAft>
              <a:buClr>
                <a:schemeClr val="dk1"/>
              </a:buClr>
              <a:buSzPts val="1100"/>
            </a:pPr>
            <a:r>
              <a:rPr lang="en-US" dirty="0" smtClean="0">
                <a:solidFill>
                  <a:schemeClr val="dk1"/>
                </a:solidFill>
              </a:rPr>
              <a:t>CSV Dataset</a:t>
            </a:r>
            <a:endParaRPr/>
          </a:p>
        </p:txBody>
      </p:sp>
      <p:sp>
        <p:nvSpPr>
          <p:cNvPr id="639" name="Google Shape;639;p59"/>
          <p:cNvSpPr/>
          <p:nvPr/>
        </p:nvSpPr>
        <p:spPr>
          <a:xfrm>
            <a:off x="512125" y="3760797"/>
            <a:ext cx="2505300" cy="457200"/>
          </a:xfrm>
          <a:prstGeom prst="rect">
            <a:avLst/>
          </a:prstGeom>
          <a:solidFill>
            <a:srgbClr val="F4F6FA"/>
          </a:solidFill>
          <a:ln>
            <a:noFill/>
          </a:ln>
        </p:spPr>
        <p:txBody>
          <a:bodyPr spcFirstLastPara="1" wrap="square" lIns="91425" tIns="91425" rIns="91425" bIns="91425" anchor="ctr" anchorCtr="0">
            <a:noAutofit/>
          </a:bodyPr>
          <a:lstStyle/>
          <a:p>
            <a:pPr lvl="0">
              <a:lnSpc>
                <a:spcPct val="115000"/>
              </a:lnSpc>
              <a:spcBef>
                <a:spcPts val="1200"/>
              </a:spcBef>
              <a:spcAft>
                <a:spcPts val="1200"/>
              </a:spcAft>
              <a:buClr>
                <a:schemeClr val="dk1"/>
              </a:buClr>
              <a:buSzPts val="1100"/>
            </a:pPr>
            <a:r>
              <a:rPr lang="en-US" dirty="0" smtClean="0">
                <a:solidFill>
                  <a:schemeClr val="dk1"/>
                </a:solidFill>
              </a:rPr>
              <a:t>Data Visualization</a:t>
            </a:r>
            <a:endParaRPr/>
          </a:p>
        </p:txBody>
      </p:sp>
      <p:sp>
        <p:nvSpPr>
          <p:cNvPr id="640" name="Google Shape;640;p59"/>
          <p:cNvSpPr/>
          <p:nvPr/>
        </p:nvSpPr>
        <p:spPr>
          <a:xfrm>
            <a:off x="420523" y="1917134"/>
            <a:ext cx="91500" cy="457200"/>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59"/>
          <p:cNvSpPr/>
          <p:nvPr/>
        </p:nvSpPr>
        <p:spPr>
          <a:xfrm>
            <a:off x="420523" y="2517547"/>
            <a:ext cx="91500" cy="457200"/>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59"/>
          <p:cNvSpPr/>
          <p:nvPr/>
        </p:nvSpPr>
        <p:spPr>
          <a:xfrm>
            <a:off x="420523" y="3139172"/>
            <a:ext cx="91500" cy="457200"/>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59"/>
          <p:cNvSpPr/>
          <p:nvPr/>
        </p:nvSpPr>
        <p:spPr>
          <a:xfrm>
            <a:off x="512125" y="4382422"/>
            <a:ext cx="2505300" cy="457200"/>
          </a:xfrm>
          <a:prstGeom prst="rect">
            <a:avLst/>
          </a:prstGeom>
          <a:solidFill>
            <a:srgbClr val="F4F6FA"/>
          </a:solidFill>
          <a:ln>
            <a:noFill/>
          </a:ln>
        </p:spPr>
        <p:txBody>
          <a:bodyPr spcFirstLastPara="1" wrap="square" lIns="91425" tIns="91425" rIns="91425" bIns="91425" anchor="ctr" anchorCtr="0">
            <a:noAutofit/>
          </a:bodyPr>
          <a:lstStyle/>
          <a:p>
            <a:pPr marL="0" lvl="0" indent="0" algn="l" rtl="0">
              <a:lnSpc>
                <a:spcPct val="115000"/>
              </a:lnSpc>
              <a:spcBef>
                <a:spcPts val="1200"/>
              </a:spcBef>
              <a:spcAft>
                <a:spcPts val="1200"/>
              </a:spcAft>
              <a:buClr>
                <a:schemeClr val="dk1"/>
              </a:buClr>
              <a:buSzPts val="1100"/>
              <a:buFont typeface="Arial"/>
              <a:buNone/>
            </a:pPr>
            <a:r>
              <a:rPr lang="en-US" dirty="0" smtClean="0">
                <a:solidFill>
                  <a:schemeClr val="dk1"/>
                </a:solidFill>
              </a:rPr>
              <a:t>Dashboard Development</a:t>
            </a:r>
            <a:endParaRPr/>
          </a:p>
        </p:txBody>
      </p:sp>
      <p:sp>
        <p:nvSpPr>
          <p:cNvPr id="644" name="Google Shape;644;p59"/>
          <p:cNvSpPr/>
          <p:nvPr/>
        </p:nvSpPr>
        <p:spPr>
          <a:xfrm>
            <a:off x="420523" y="4382422"/>
            <a:ext cx="91500" cy="457200"/>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59"/>
          <p:cNvSpPr/>
          <p:nvPr/>
        </p:nvSpPr>
        <p:spPr>
          <a:xfrm>
            <a:off x="3218695" y="1065204"/>
            <a:ext cx="2834700" cy="3858900"/>
          </a:xfrm>
          <a:prstGeom prst="rect">
            <a:avLst/>
          </a:prstGeom>
          <a:solidFill>
            <a:srgbClr val="FFFFFF"/>
          </a:solidFill>
          <a:ln>
            <a:noFill/>
          </a:ln>
          <a:effectLst>
            <a:outerShdw blurRad="101600" dist="254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59"/>
          <p:cNvSpPr/>
          <p:nvPr/>
        </p:nvSpPr>
        <p:spPr>
          <a:xfrm>
            <a:off x="3218695" y="1065205"/>
            <a:ext cx="2834700" cy="694800"/>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59"/>
          <p:cNvSpPr/>
          <p:nvPr/>
        </p:nvSpPr>
        <p:spPr>
          <a:xfrm>
            <a:off x="3346711" y="1156645"/>
            <a:ext cx="512100" cy="512100"/>
          </a:xfrm>
          <a:prstGeom prst="ellipse">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48" name="Google Shape;648;p59" descr="preencoded.png"/>
          <p:cNvPicPr preferRelativeResize="0"/>
          <p:nvPr/>
        </p:nvPicPr>
        <p:blipFill>
          <a:blip r:embed="rId6"/>
          <a:stretch>
            <a:fillRect/>
          </a:stretch>
        </p:blipFill>
        <p:spPr>
          <a:xfrm>
            <a:off x="3448392" y="1276350"/>
            <a:ext cx="302585" cy="302585"/>
          </a:xfrm>
          <a:prstGeom prst="rect">
            <a:avLst/>
          </a:prstGeom>
          <a:noFill/>
          <a:ln>
            <a:noFill/>
          </a:ln>
        </p:spPr>
      </p:pic>
      <p:sp>
        <p:nvSpPr>
          <p:cNvPr id="649" name="Google Shape;649;p59"/>
          <p:cNvSpPr/>
          <p:nvPr/>
        </p:nvSpPr>
        <p:spPr>
          <a:xfrm>
            <a:off x="3986791" y="1065205"/>
            <a:ext cx="1993500" cy="694800"/>
          </a:xfrm>
          <a:prstGeom prst="rect">
            <a:avLst/>
          </a:prstGeom>
          <a:noFill/>
          <a:ln>
            <a:noFill/>
          </a:ln>
        </p:spPr>
        <p:txBody>
          <a:bodyPr spcFirstLastPara="1" wrap="square" lIns="0" tIns="0" rIns="0" bIns="0" anchor="ctr" anchorCtr="0">
            <a:noAutofit/>
          </a:bodyPr>
          <a:lstStyle/>
          <a:p>
            <a:pPr lvl="0">
              <a:buClr>
                <a:srgbClr val="FFFFFF"/>
              </a:buClr>
              <a:buSzPts val="1100"/>
            </a:pPr>
            <a:r>
              <a:rPr lang="en-US" sz="1100" b="1" dirty="0" smtClean="0">
                <a:solidFill>
                  <a:srgbClr val="FFFFFF"/>
                </a:solidFill>
                <a:latin typeface="Calibri"/>
                <a:ea typeface="Calibri"/>
                <a:cs typeface="Calibri"/>
                <a:sym typeface="Calibri"/>
              </a:rPr>
              <a:t>Data Processing &amp; Management</a:t>
            </a:r>
            <a:endParaRPr sz="1100">
              <a:solidFill>
                <a:schemeClr val="dk1"/>
              </a:solidFill>
              <a:latin typeface="Calibri"/>
              <a:ea typeface="Calibri"/>
              <a:cs typeface="Calibri"/>
              <a:sym typeface="Calibri"/>
            </a:endParaRPr>
          </a:p>
        </p:txBody>
      </p:sp>
      <p:sp>
        <p:nvSpPr>
          <p:cNvPr id="650" name="Google Shape;650;p59"/>
          <p:cNvSpPr/>
          <p:nvPr/>
        </p:nvSpPr>
        <p:spPr>
          <a:xfrm>
            <a:off x="3474788" y="1903347"/>
            <a:ext cx="2505300" cy="457200"/>
          </a:xfrm>
          <a:prstGeom prst="rect">
            <a:avLst/>
          </a:prstGeom>
          <a:solidFill>
            <a:srgbClr val="F4F6FA"/>
          </a:solidFill>
          <a:ln>
            <a:noFill/>
          </a:ln>
        </p:spPr>
        <p:txBody>
          <a:bodyPr spcFirstLastPara="1" wrap="square" lIns="91425" tIns="91425" rIns="91425" bIns="91425" anchor="ctr" anchorCtr="0">
            <a:noAutofit/>
          </a:bodyPr>
          <a:lstStyle/>
          <a:p>
            <a:pPr lvl="0">
              <a:lnSpc>
                <a:spcPct val="115000"/>
              </a:lnSpc>
              <a:spcBef>
                <a:spcPts val="1200"/>
              </a:spcBef>
              <a:spcAft>
                <a:spcPts val="1200"/>
              </a:spcAft>
            </a:pPr>
            <a:r>
              <a:rPr lang="en-US" dirty="0" smtClean="0">
                <a:solidFill>
                  <a:schemeClr val="dk1"/>
                </a:solidFill>
              </a:rPr>
              <a:t>Data Cleaning</a:t>
            </a:r>
            <a:endParaRPr/>
          </a:p>
        </p:txBody>
      </p:sp>
      <p:sp>
        <p:nvSpPr>
          <p:cNvPr id="651" name="Google Shape;651;p59"/>
          <p:cNvSpPr/>
          <p:nvPr/>
        </p:nvSpPr>
        <p:spPr>
          <a:xfrm>
            <a:off x="3383186" y="3747009"/>
            <a:ext cx="91500" cy="457200"/>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59"/>
          <p:cNvSpPr/>
          <p:nvPr/>
        </p:nvSpPr>
        <p:spPr>
          <a:xfrm>
            <a:off x="3474788" y="2528259"/>
            <a:ext cx="2505300" cy="457200"/>
          </a:xfrm>
          <a:prstGeom prst="rect">
            <a:avLst/>
          </a:prstGeom>
          <a:solidFill>
            <a:srgbClr val="F4F6FA"/>
          </a:solidFill>
          <a:ln>
            <a:noFill/>
          </a:ln>
        </p:spPr>
        <p:txBody>
          <a:bodyPr spcFirstLastPara="1" wrap="square" lIns="91425" tIns="91425" rIns="91425" bIns="91425" anchor="ctr" anchorCtr="0">
            <a:noAutofit/>
          </a:bodyPr>
          <a:lstStyle/>
          <a:p>
            <a:pPr lvl="0">
              <a:lnSpc>
                <a:spcPct val="115000"/>
              </a:lnSpc>
              <a:spcBef>
                <a:spcPts val="1200"/>
              </a:spcBef>
              <a:spcAft>
                <a:spcPts val="1200"/>
              </a:spcAft>
            </a:pPr>
            <a:r>
              <a:rPr lang="en-US" dirty="0" smtClean="0"/>
              <a:t>Data Validation</a:t>
            </a:r>
            <a:endParaRPr/>
          </a:p>
        </p:txBody>
      </p:sp>
      <p:sp>
        <p:nvSpPr>
          <p:cNvPr id="653" name="Google Shape;653;p59"/>
          <p:cNvSpPr/>
          <p:nvPr/>
        </p:nvSpPr>
        <p:spPr>
          <a:xfrm>
            <a:off x="3474788" y="3137634"/>
            <a:ext cx="2505300" cy="457200"/>
          </a:xfrm>
          <a:prstGeom prst="rect">
            <a:avLst/>
          </a:prstGeom>
          <a:solidFill>
            <a:srgbClr val="F4F6FA"/>
          </a:solidFill>
          <a:ln>
            <a:noFill/>
          </a:ln>
        </p:spPr>
        <p:txBody>
          <a:bodyPr spcFirstLastPara="1" wrap="square" lIns="91425" tIns="91425" rIns="91425" bIns="91425" anchor="ctr" anchorCtr="0">
            <a:noAutofit/>
          </a:bodyPr>
          <a:lstStyle/>
          <a:p>
            <a:pPr lvl="0">
              <a:lnSpc>
                <a:spcPct val="115000"/>
              </a:lnSpc>
              <a:spcBef>
                <a:spcPts val="1200"/>
              </a:spcBef>
              <a:spcAft>
                <a:spcPts val="1200"/>
              </a:spcAft>
            </a:pPr>
            <a:r>
              <a:rPr lang="en-US" dirty="0" smtClean="0">
                <a:solidFill>
                  <a:schemeClr val="dk1"/>
                </a:solidFill>
              </a:rPr>
              <a:t>Relationship Modeling</a:t>
            </a:r>
            <a:endParaRPr/>
          </a:p>
        </p:txBody>
      </p:sp>
      <p:sp>
        <p:nvSpPr>
          <p:cNvPr id="654" name="Google Shape;654;p59"/>
          <p:cNvSpPr/>
          <p:nvPr/>
        </p:nvSpPr>
        <p:spPr>
          <a:xfrm>
            <a:off x="3474788" y="3747009"/>
            <a:ext cx="2505300" cy="457200"/>
          </a:xfrm>
          <a:prstGeom prst="rect">
            <a:avLst/>
          </a:prstGeom>
          <a:solidFill>
            <a:srgbClr val="F4F6FA"/>
          </a:solidFill>
          <a:ln>
            <a:noFill/>
          </a:ln>
        </p:spPr>
        <p:txBody>
          <a:bodyPr spcFirstLastPara="1" wrap="square" lIns="91425" tIns="91425" rIns="91425" bIns="91425" anchor="ctr" anchorCtr="0">
            <a:noAutofit/>
          </a:bodyPr>
          <a:lstStyle/>
          <a:p>
            <a:pPr lvl="0">
              <a:lnSpc>
                <a:spcPct val="115000"/>
              </a:lnSpc>
              <a:spcBef>
                <a:spcPts val="1200"/>
              </a:spcBef>
              <a:spcAft>
                <a:spcPts val="1200"/>
              </a:spcAft>
            </a:pPr>
            <a:r>
              <a:rPr lang="en-US" dirty="0" smtClean="0">
                <a:solidFill>
                  <a:schemeClr val="dk1"/>
                </a:solidFill>
              </a:rPr>
              <a:t>KPI Creation</a:t>
            </a:r>
            <a:endParaRPr/>
          </a:p>
        </p:txBody>
      </p:sp>
      <p:sp>
        <p:nvSpPr>
          <p:cNvPr id="655" name="Google Shape;655;p59"/>
          <p:cNvSpPr/>
          <p:nvPr/>
        </p:nvSpPr>
        <p:spPr>
          <a:xfrm>
            <a:off x="3383186" y="1903347"/>
            <a:ext cx="91500" cy="457200"/>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59"/>
          <p:cNvSpPr/>
          <p:nvPr/>
        </p:nvSpPr>
        <p:spPr>
          <a:xfrm>
            <a:off x="3383186" y="2503759"/>
            <a:ext cx="91500" cy="457200"/>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59"/>
          <p:cNvSpPr/>
          <p:nvPr/>
        </p:nvSpPr>
        <p:spPr>
          <a:xfrm>
            <a:off x="3383186" y="3125384"/>
            <a:ext cx="91500" cy="457200"/>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59"/>
          <p:cNvSpPr/>
          <p:nvPr/>
        </p:nvSpPr>
        <p:spPr>
          <a:xfrm>
            <a:off x="3474788" y="4368634"/>
            <a:ext cx="2505300" cy="457200"/>
          </a:xfrm>
          <a:prstGeom prst="rect">
            <a:avLst/>
          </a:prstGeom>
          <a:solidFill>
            <a:srgbClr val="F4F6FA"/>
          </a:solidFill>
          <a:ln>
            <a:noFill/>
          </a:ln>
        </p:spPr>
        <p:txBody>
          <a:bodyPr spcFirstLastPara="1" wrap="square" lIns="91425" tIns="91425" rIns="91425" bIns="91425" anchor="ctr" anchorCtr="0">
            <a:noAutofit/>
          </a:bodyPr>
          <a:lstStyle/>
          <a:p>
            <a:pPr lvl="0">
              <a:lnSpc>
                <a:spcPct val="115000"/>
              </a:lnSpc>
              <a:spcBef>
                <a:spcPts val="1200"/>
              </a:spcBef>
              <a:spcAft>
                <a:spcPts val="1200"/>
              </a:spcAft>
            </a:pPr>
            <a:r>
              <a:rPr lang="en-US" dirty="0" smtClean="0">
                <a:solidFill>
                  <a:schemeClr val="dk1"/>
                </a:solidFill>
              </a:rPr>
              <a:t>Data Preparation </a:t>
            </a:r>
          </a:p>
        </p:txBody>
      </p:sp>
      <p:sp>
        <p:nvSpPr>
          <p:cNvPr id="659" name="Google Shape;659;p59"/>
          <p:cNvSpPr/>
          <p:nvPr/>
        </p:nvSpPr>
        <p:spPr>
          <a:xfrm>
            <a:off x="3383186" y="4368634"/>
            <a:ext cx="91500" cy="457200"/>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59"/>
          <p:cNvSpPr/>
          <p:nvPr/>
        </p:nvSpPr>
        <p:spPr>
          <a:xfrm>
            <a:off x="6254582" y="1078992"/>
            <a:ext cx="2834700" cy="3858900"/>
          </a:xfrm>
          <a:prstGeom prst="rect">
            <a:avLst/>
          </a:prstGeom>
          <a:solidFill>
            <a:srgbClr val="FFFFFF"/>
          </a:solidFill>
          <a:ln>
            <a:noFill/>
          </a:ln>
          <a:effectLst>
            <a:outerShdw blurRad="101600" dist="25400" dir="8100000" algn="bl" rotWithShape="0">
              <a:srgbClr val="000000">
                <a:alpha val="784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59"/>
          <p:cNvSpPr/>
          <p:nvPr/>
        </p:nvSpPr>
        <p:spPr>
          <a:xfrm>
            <a:off x="6254582" y="1078992"/>
            <a:ext cx="2834700" cy="694800"/>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59"/>
          <p:cNvSpPr/>
          <p:nvPr/>
        </p:nvSpPr>
        <p:spPr>
          <a:xfrm>
            <a:off x="6382598" y="1170432"/>
            <a:ext cx="512100" cy="512100"/>
          </a:xfrm>
          <a:prstGeom prst="ellipse">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63" name="Google Shape;663;p59" descr="preencoded.png"/>
          <p:cNvPicPr preferRelativeResize="0"/>
          <p:nvPr/>
        </p:nvPicPr>
        <p:blipFill>
          <a:blip r:embed="rId7"/>
          <a:stretch>
            <a:fillRect/>
          </a:stretch>
        </p:blipFill>
        <p:spPr>
          <a:xfrm>
            <a:off x="6477000" y="1276350"/>
            <a:ext cx="304800" cy="304800"/>
          </a:xfrm>
          <a:prstGeom prst="rect">
            <a:avLst/>
          </a:prstGeom>
          <a:noFill/>
          <a:ln>
            <a:noFill/>
          </a:ln>
        </p:spPr>
      </p:pic>
      <p:sp>
        <p:nvSpPr>
          <p:cNvPr id="664" name="Google Shape;664;p59"/>
          <p:cNvSpPr/>
          <p:nvPr/>
        </p:nvSpPr>
        <p:spPr>
          <a:xfrm>
            <a:off x="7022678" y="1078992"/>
            <a:ext cx="1993500" cy="694800"/>
          </a:xfrm>
          <a:prstGeom prst="rect">
            <a:avLst/>
          </a:prstGeom>
          <a:noFill/>
          <a:ln>
            <a:noFill/>
          </a:ln>
        </p:spPr>
        <p:txBody>
          <a:bodyPr spcFirstLastPara="1" wrap="square" lIns="0" tIns="0" rIns="0" bIns="0" anchor="ctr" anchorCtr="0">
            <a:noAutofit/>
          </a:bodyPr>
          <a:lstStyle/>
          <a:p>
            <a:pPr lvl="0">
              <a:buClr>
                <a:srgbClr val="FFFFFF"/>
              </a:buClr>
              <a:buSzPts val="1100"/>
            </a:pPr>
            <a:r>
              <a:rPr lang="en-US" sz="1100" b="1" dirty="0" smtClean="0">
                <a:solidFill>
                  <a:srgbClr val="FFFFFF"/>
                </a:solidFill>
                <a:latin typeface="Calibri"/>
                <a:ea typeface="Calibri"/>
                <a:cs typeface="Calibri"/>
                <a:sym typeface="Calibri"/>
              </a:rPr>
              <a:t>Business Intelligence &amp; Reporting</a:t>
            </a:r>
            <a:endParaRPr sz="1100">
              <a:solidFill>
                <a:schemeClr val="dk1"/>
              </a:solidFill>
              <a:latin typeface="Calibri"/>
              <a:ea typeface="Calibri"/>
              <a:cs typeface="Calibri"/>
              <a:sym typeface="Calibri"/>
            </a:endParaRPr>
          </a:p>
        </p:txBody>
      </p:sp>
      <p:sp>
        <p:nvSpPr>
          <p:cNvPr id="665" name="Google Shape;665;p59"/>
          <p:cNvSpPr/>
          <p:nvPr/>
        </p:nvSpPr>
        <p:spPr>
          <a:xfrm>
            <a:off x="6510675" y="1917134"/>
            <a:ext cx="2505300" cy="457200"/>
          </a:xfrm>
          <a:prstGeom prst="rect">
            <a:avLst/>
          </a:prstGeom>
          <a:solidFill>
            <a:srgbClr val="F4F6FA"/>
          </a:solidFill>
          <a:ln>
            <a:noFill/>
          </a:ln>
        </p:spPr>
        <p:txBody>
          <a:bodyPr spcFirstLastPara="1" wrap="square" lIns="91425" tIns="91425" rIns="91425" bIns="91425" anchor="ctr" anchorCtr="0">
            <a:noAutofit/>
          </a:bodyPr>
          <a:lstStyle/>
          <a:p>
            <a:pPr lvl="0">
              <a:lnSpc>
                <a:spcPct val="115000"/>
              </a:lnSpc>
              <a:spcBef>
                <a:spcPts val="1200"/>
              </a:spcBef>
              <a:spcAft>
                <a:spcPts val="1200"/>
              </a:spcAft>
            </a:pPr>
            <a:r>
              <a:rPr lang="en-US" dirty="0" smtClean="0">
                <a:solidFill>
                  <a:schemeClr val="dk1"/>
                </a:solidFill>
              </a:rPr>
              <a:t>Business Intelligence (BI)</a:t>
            </a:r>
            <a:endParaRPr/>
          </a:p>
        </p:txBody>
      </p:sp>
      <p:sp>
        <p:nvSpPr>
          <p:cNvPr id="666" name="Google Shape;666;p59"/>
          <p:cNvSpPr/>
          <p:nvPr/>
        </p:nvSpPr>
        <p:spPr>
          <a:xfrm>
            <a:off x="6419073" y="3760797"/>
            <a:ext cx="91500" cy="457200"/>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59"/>
          <p:cNvSpPr/>
          <p:nvPr/>
        </p:nvSpPr>
        <p:spPr>
          <a:xfrm>
            <a:off x="6510675" y="2542047"/>
            <a:ext cx="2505300" cy="457200"/>
          </a:xfrm>
          <a:prstGeom prst="rect">
            <a:avLst/>
          </a:prstGeom>
          <a:solidFill>
            <a:srgbClr val="F4F6FA"/>
          </a:solidFill>
          <a:ln>
            <a:noFill/>
          </a:ln>
        </p:spPr>
        <p:txBody>
          <a:bodyPr spcFirstLastPara="1" wrap="square" lIns="91425" tIns="91425" rIns="91425" bIns="91425" anchor="ctr" anchorCtr="0">
            <a:noAutofit/>
          </a:bodyPr>
          <a:lstStyle/>
          <a:p>
            <a:pPr lvl="0">
              <a:lnSpc>
                <a:spcPct val="115000"/>
              </a:lnSpc>
              <a:spcBef>
                <a:spcPts val="1200"/>
              </a:spcBef>
              <a:spcAft>
                <a:spcPts val="1200"/>
              </a:spcAft>
            </a:pPr>
            <a:r>
              <a:rPr lang="en-US" dirty="0" smtClean="0">
                <a:solidFill>
                  <a:schemeClr val="dk1"/>
                </a:solidFill>
              </a:rPr>
              <a:t>Sales Trend Analysis</a:t>
            </a:r>
            <a:endParaRPr/>
          </a:p>
        </p:txBody>
      </p:sp>
      <p:sp>
        <p:nvSpPr>
          <p:cNvPr id="668" name="Google Shape;668;p59"/>
          <p:cNvSpPr/>
          <p:nvPr/>
        </p:nvSpPr>
        <p:spPr>
          <a:xfrm>
            <a:off x="6510675" y="3151422"/>
            <a:ext cx="2505300" cy="457200"/>
          </a:xfrm>
          <a:prstGeom prst="rect">
            <a:avLst/>
          </a:prstGeom>
          <a:solidFill>
            <a:srgbClr val="F4F6FA"/>
          </a:solidFill>
          <a:ln>
            <a:noFill/>
          </a:ln>
        </p:spPr>
        <p:txBody>
          <a:bodyPr spcFirstLastPara="1" wrap="square" lIns="91425" tIns="91425" rIns="91425" bIns="91425" anchor="ctr" anchorCtr="0">
            <a:noAutofit/>
          </a:bodyPr>
          <a:lstStyle/>
          <a:p>
            <a:pPr>
              <a:lnSpc>
                <a:spcPct val="115000"/>
              </a:lnSpc>
              <a:spcBef>
                <a:spcPts val="1200"/>
              </a:spcBef>
              <a:spcAft>
                <a:spcPts val="1200"/>
              </a:spcAft>
            </a:pPr>
            <a:r>
              <a:rPr lang="en-US" dirty="0" smtClean="0"/>
              <a:t>Customer Insights</a:t>
            </a:r>
            <a:endParaRPr/>
          </a:p>
        </p:txBody>
      </p:sp>
      <p:sp>
        <p:nvSpPr>
          <p:cNvPr id="669" name="Google Shape;669;p59"/>
          <p:cNvSpPr/>
          <p:nvPr/>
        </p:nvSpPr>
        <p:spPr>
          <a:xfrm>
            <a:off x="6510675" y="3760797"/>
            <a:ext cx="2505300" cy="457200"/>
          </a:xfrm>
          <a:prstGeom prst="rect">
            <a:avLst/>
          </a:prstGeom>
          <a:solidFill>
            <a:srgbClr val="F4F6FA"/>
          </a:solidFill>
          <a:ln>
            <a:noFill/>
          </a:ln>
        </p:spPr>
        <p:txBody>
          <a:bodyPr spcFirstLastPara="1" wrap="square" lIns="91425" tIns="91425" rIns="91425" bIns="91425" anchor="ctr" anchorCtr="0">
            <a:noAutofit/>
          </a:bodyPr>
          <a:lstStyle/>
          <a:p>
            <a:pPr>
              <a:lnSpc>
                <a:spcPct val="115000"/>
              </a:lnSpc>
              <a:spcBef>
                <a:spcPts val="1200"/>
              </a:spcBef>
              <a:spcAft>
                <a:spcPts val="1200"/>
              </a:spcAft>
            </a:pPr>
            <a:r>
              <a:rPr lang="en-US" dirty="0" smtClean="0"/>
              <a:t>Dashboard Testing</a:t>
            </a:r>
            <a:endParaRPr/>
          </a:p>
        </p:txBody>
      </p:sp>
      <p:sp>
        <p:nvSpPr>
          <p:cNvPr id="670" name="Google Shape;670;p59"/>
          <p:cNvSpPr/>
          <p:nvPr/>
        </p:nvSpPr>
        <p:spPr>
          <a:xfrm>
            <a:off x="6419073" y="1917134"/>
            <a:ext cx="91500" cy="457200"/>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59"/>
          <p:cNvSpPr/>
          <p:nvPr/>
        </p:nvSpPr>
        <p:spPr>
          <a:xfrm>
            <a:off x="6419073" y="2517547"/>
            <a:ext cx="91500" cy="457200"/>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59"/>
          <p:cNvSpPr/>
          <p:nvPr/>
        </p:nvSpPr>
        <p:spPr>
          <a:xfrm>
            <a:off x="6419073" y="3139172"/>
            <a:ext cx="91500" cy="457200"/>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59"/>
          <p:cNvSpPr/>
          <p:nvPr/>
        </p:nvSpPr>
        <p:spPr>
          <a:xfrm>
            <a:off x="6510675" y="4382422"/>
            <a:ext cx="2505300" cy="457200"/>
          </a:xfrm>
          <a:prstGeom prst="rect">
            <a:avLst/>
          </a:prstGeom>
          <a:solidFill>
            <a:srgbClr val="F4F6FA"/>
          </a:solidFill>
          <a:ln>
            <a:noFill/>
          </a:ln>
        </p:spPr>
        <p:txBody>
          <a:bodyPr spcFirstLastPara="1" wrap="square" lIns="91425" tIns="91425" rIns="91425" bIns="91425" anchor="ctr" anchorCtr="0">
            <a:noAutofit/>
          </a:bodyPr>
          <a:lstStyle/>
          <a:p>
            <a:r>
              <a:rPr lang="en-US" dirty="0" err="1" smtClean="0"/>
              <a:t>GitHub</a:t>
            </a:r>
            <a:r>
              <a:rPr lang="en-US" dirty="0" smtClean="0"/>
              <a:t> &amp; Documentation </a:t>
            </a:r>
            <a:endParaRPr lang="en-US" dirty="0"/>
          </a:p>
        </p:txBody>
      </p:sp>
      <p:sp>
        <p:nvSpPr>
          <p:cNvPr id="674" name="Google Shape;674;p59"/>
          <p:cNvSpPr/>
          <p:nvPr/>
        </p:nvSpPr>
        <p:spPr>
          <a:xfrm>
            <a:off x="6419073" y="4382422"/>
            <a:ext cx="91500" cy="457200"/>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Shape 679"/>
        <p:cNvGrpSpPr/>
        <p:nvPr/>
      </p:nvGrpSpPr>
      <p:grpSpPr>
        <a:xfrm>
          <a:off x="0" y="0"/>
          <a:ext cx="0" cy="0"/>
          <a:chOff x="0" y="0"/>
          <a:chExt cx="0" cy="0"/>
        </a:xfrm>
      </p:grpSpPr>
      <p:sp>
        <p:nvSpPr>
          <p:cNvPr id="680" name="Google Shape;680;p60"/>
          <p:cNvSpPr/>
          <p:nvPr/>
        </p:nvSpPr>
        <p:spPr>
          <a:xfrm>
            <a:off x="0" y="0"/>
            <a:ext cx="9144000" cy="914400"/>
          </a:xfrm>
          <a:prstGeom prst="rect">
            <a:avLst/>
          </a:prstGeom>
          <a:solidFill>
            <a:srgbClr val="1A3C6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1" name="Google Shape;681;p60"/>
          <p:cNvSpPr/>
          <p:nvPr/>
        </p:nvSpPr>
        <p:spPr>
          <a:xfrm>
            <a:off x="0" y="0"/>
            <a:ext cx="164592" cy="914400"/>
          </a:xfrm>
          <a:prstGeom prst="rect">
            <a:avLst/>
          </a:prstGeom>
          <a:solidFill>
            <a:srgbClr val="3A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60"/>
          <p:cNvSpPr/>
          <p:nvPr/>
        </p:nvSpPr>
        <p:spPr>
          <a:xfrm>
            <a:off x="320040" y="146304"/>
            <a:ext cx="621792" cy="621792"/>
          </a:xfrm>
          <a:prstGeom prst="ellipse">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83" name="Google Shape;683;p60" descr="preencoded.png"/>
          <p:cNvPicPr preferRelativeResize="0"/>
          <p:nvPr/>
        </p:nvPicPr>
        <p:blipFill rotWithShape="1">
          <a:blip r:embed="rId3">
            <a:alphaModFix/>
          </a:blip>
          <a:srcRect/>
          <a:stretch/>
        </p:blipFill>
        <p:spPr>
          <a:xfrm>
            <a:off x="402336" y="228600"/>
            <a:ext cx="457200" cy="457200"/>
          </a:xfrm>
          <a:prstGeom prst="rect">
            <a:avLst/>
          </a:prstGeom>
          <a:noFill/>
          <a:ln>
            <a:noFill/>
          </a:ln>
        </p:spPr>
      </p:pic>
      <p:sp>
        <p:nvSpPr>
          <p:cNvPr id="684" name="Google Shape;684;p60"/>
          <p:cNvSpPr/>
          <p:nvPr/>
        </p:nvSpPr>
        <p:spPr>
          <a:xfrm>
            <a:off x="1078992" y="0"/>
            <a:ext cx="621792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400"/>
              <a:buFont typeface="Calibri"/>
              <a:buNone/>
            </a:pPr>
            <a:r>
              <a:rPr lang="en-US" sz="2400" b="1">
                <a:solidFill>
                  <a:srgbClr val="FFFFFF"/>
                </a:solidFill>
                <a:latin typeface="Calibri"/>
                <a:ea typeface="Calibri"/>
                <a:cs typeface="Calibri"/>
                <a:sym typeface="Calibri"/>
              </a:rPr>
              <a:t>OUTPUT </a:t>
            </a:r>
            <a:endParaRPr sz="2400">
              <a:solidFill>
                <a:schemeClr val="dk1"/>
              </a:solidFill>
              <a:latin typeface="Calibri"/>
              <a:ea typeface="Calibri"/>
              <a:cs typeface="Calibri"/>
              <a:sym typeface="Calibri"/>
            </a:endParaRPr>
          </a:p>
        </p:txBody>
      </p:sp>
      <p:sp>
        <p:nvSpPr>
          <p:cNvPr id="685" name="Google Shape;685;p60"/>
          <p:cNvSpPr/>
          <p:nvPr/>
        </p:nvSpPr>
        <p:spPr>
          <a:xfrm>
            <a:off x="6949440" y="0"/>
            <a:ext cx="640080" cy="914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1D9E6"/>
              </a:buClr>
              <a:buSzPts val="900"/>
              <a:buFont typeface="Calibri"/>
              <a:buNone/>
            </a:pPr>
            <a:r>
              <a:rPr lang="en-US" sz="900">
                <a:solidFill>
                  <a:srgbClr val="D1D9E6"/>
                </a:solidFill>
                <a:latin typeface="Calibri"/>
                <a:ea typeface="Calibri"/>
                <a:cs typeface="Calibri"/>
                <a:sym typeface="Calibri"/>
              </a:rPr>
              <a:t>8 / 10</a:t>
            </a:r>
            <a:endParaRPr sz="900">
              <a:solidFill>
                <a:schemeClr val="dk1"/>
              </a:solidFill>
              <a:latin typeface="Calibri"/>
              <a:ea typeface="Calibri"/>
              <a:cs typeface="Calibri"/>
              <a:sym typeface="Calibri"/>
            </a:endParaRPr>
          </a:p>
        </p:txBody>
      </p:sp>
      <p:pic>
        <p:nvPicPr>
          <p:cNvPr id="686" name="Google Shape;686;p60" descr="/home/claude/logo_nobg.png"/>
          <p:cNvPicPr preferRelativeResize="0"/>
          <p:nvPr/>
        </p:nvPicPr>
        <p:blipFill rotWithShape="1">
          <a:blip r:embed="rId4">
            <a:alphaModFix/>
          </a:blip>
          <a:srcRect/>
          <a:stretch/>
        </p:blipFill>
        <p:spPr>
          <a:xfrm>
            <a:off x="7635240" y="54864"/>
            <a:ext cx="1371600" cy="569433"/>
          </a:xfrm>
          <a:prstGeom prst="rect">
            <a:avLst/>
          </a:prstGeom>
          <a:noFill/>
          <a:ln>
            <a:noFill/>
          </a:ln>
        </p:spPr>
      </p:pic>
      <p:pic>
        <p:nvPicPr>
          <p:cNvPr id="687" name="Google Shape;687;p60"/>
          <p:cNvPicPr preferRelativeResize="0"/>
          <p:nvPr/>
        </p:nvPicPr>
        <p:blipFill>
          <a:blip r:embed="rId5"/>
          <a:stretch>
            <a:fillRect/>
          </a:stretch>
        </p:blipFill>
        <p:spPr>
          <a:xfrm>
            <a:off x="6215075" y="1047750"/>
            <a:ext cx="2928925" cy="1981200"/>
          </a:xfrm>
          <a:prstGeom prst="rect">
            <a:avLst/>
          </a:prstGeom>
          <a:noFill/>
          <a:ln>
            <a:noFill/>
          </a:ln>
        </p:spPr>
      </p:pic>
      <p:pic>
        <p:nvPicPr>
          <p:cNvPr id="688" name="Google Shape;688;p60"/>
          <p:cNvPicPr preferRelativeResize="0"/>
          <p:nvPr/>
        </p:nvPicPr>
        <p:blipFill>
          <a:blip r:embed="rId6"/>
          <a:stretch>
            <a:fillRect/>
          </a:stretch>
        </p:blipFill>
        <p:spPr>
          <a:xfrm>
            <a:off x="152400" y="971550"/>
            <a:ext cx="2303172" cy="2114550"/>
          </a:xfrm>
          <a:prstGeom prst="rect">
            <a:avLst/>
          </a:prstGeom>
          <a:noFill/>
          <a:ln>
            <a:noFill/>
          </a:ln>
        </p:spPr>
      </p:pic>
      <p:pic>
        <p:nvPicPr>
          <p:cNvPr id="689" name="Google Shape;689;p60"/>
          <p:cNvPicPr preferRelativeResize="0"/>
          <p:nvPr/>
        </p:nvPicPr>
        <p:blipFill>
          <a:blip r:embed="rId7"/>
          <a:stretch>
            <a:fillRect/>
          </a:stretch>
        </p:blipFill>
        <p:spPr>
          <a:xfrm>
            <a:off x="2514600" y="971550"/>
            <a:ext cx="3571150" cy="2057400"/>
          </a:xfrm>
          <a:prstGeom prst="rect">
            <a:avLst/>
          </a:prstGeom>
          <a:noFill/>
          <a:ln>
            <a:noFill/>
          </a:ln>
        </p:spPr>
      </p:pic>
      <p:pic>
        <p:nvPicPr>
          <p:cNvPr id="690" name="Google Shape;690;p60"/>
          <p:cNvPicPr preferRelativeResize="0"/>
          <p:nvPr/>
        </p:nvPicPr>
        <p:blipFill>
          <a:blip r:embed="rId8"/>
          <a:stretch>
            <a:fillRect/>
          </a:stretch>
        </p:blipFill>
        <p:spPr>
          <a:xfrm>
            <a:off x="990600" y="3257550"/>
            <a:ext cx="3124200" cy="1885950"/>
          </a:xfrm>
          <a:prstGeom prst="rect">
            <a:avLst/>
          </a:prstGeom>
          <a:noFill/>
          <a:ln>
            <a:noFill/>
          </a:ln>
        </p:spPr>
      </p:pic>
      <p:pic>
        <p:nvPicPr>
          <p:cNvPr id="13" name="Google Shape;690;p60"/>
          <p:cNvPicPr preferRelativeResize="0"/>
          <p:nvPr/>
        </p:nvPicPr>
        <p:blipFill>
          <a:blip r:embed="rId9"/>
          <a:stretch>
            <a:fillRect/>
          </a:stretch>
        </p:blipFill>
        <p:spPr>
          <a:xfrm>
            <a:off x="4876800" y="3257550"/>
            <a:ext cx="3276600" cy="18859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A"/>
        </a:solidFill>
        <a:effectLst/>
      </p:bgPr>
    </p:bg>
    <p:spTree>
      <p:nvGrpSpPr>
        <p:cNvPr id="1" name="Shape 695"/>
        <p:cNvGrpSpPr/>
        <p:nvPr/>
      </p:nvGrpSpPr>
      <p:grpSpPr>
        <a:xfrm>
          <a:off x="0" y="0"/>
          <a:ext cx="0" cy="0"/>
          <a:chOff x="0" y="0"/>
          <a:chExt cx="0" cy="0"/>
        </a:xfrm>
      </p:grpSpPr>
      <p:sp>
        <p:nvSpPr>
          <p:cNvPr id="696" name="Google Shape;696;p61"/>
          <p:cNvSpPr/>
          <p:nvPr/>
        </p:nvSpPr>
        <p:spPr>
          <a:xfrm>
            <a:off x="0" y="0"/>
            <a:ext cx="9144000" cy="914400"/>
          </a:xfrm>
          <a:prstGeom prst="rect">
            <a:avLst/>
          </a:prstGeom>
          <a:solidFill>
            <a:srgbClr val="1A3C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61"/>
          <p:cNvSpPr/>
          <p:nvPr/>
        </p:nvSpPr>
        <p:spPr>
          <a:xfrm>
            <a:off x="0" y="0"/>
            <a:ext cx="164592" cy="914400"/>
          </a:xfrm>
          <a:prstGeom prst="rect">
            <a:avLst/>
          </a:prstGeom>
          <a:solidFill>
            <a:srgbClr val="3A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61"/>
          <p:cNvSpPr/>
          <p:nvPr/>
        </p:nvSpPr>
        <p:spPr>
          <a:xfrm>
            <a:off x="320040" y="146304"/>
            <a:ext cx="621792" cy="621792"/>
          </a:xfrm>
          <a:prstGeom prst="ellipse">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99" name="Google Shape;699;p61" descr="preencoded.png"/>
          <p:cNvPicPr preferRelativeResize="0"/>
          <p:nvPr/>
        </p:nvPicPr>
        <p:blipFill rotWithShape="1">
          <a:blip r:embed="rId3">
            <a:alphaModFix/>
          </a:blip>
          <a:srcRect/>
          <a:stretch/>
        </p:blipFill>
        <p:spPr>
          <a:xfrm>
            <a:off x="402336" y="228600"/>
            <a:ext cx="457200" cy="457200"/>
          </a:xfrm>
          <a:prstGeom prst="rect">
            <a:avLst/>
          </a:prstGeom>
          <a:noFill/>
          <a:ln>
            <a:noFill/>
          </a:ln>
        </p:spPr>
      </p:pic>
      <p:sp>
        <p:nvSpPr>
          <p:cNvPr id="700" name="Google Shape;700;p61"/>
          <p:cNvSpPr/>
          <p:nvPr/>
        </p:nvSpPr>
        <p:spPr>
          <a:xfrm>
            <a:off x="1078992" y="0"/>
            <a:ext cx="621792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400"/>
              <a:buFont typeface="Calibri"/>
              <a:buNone/>
            </a:pPr>
            <a:r>
              <a:rPr lang="en-US" sz="2400" b="1">
                <a:solidFill>
                  <a:srgbClr val="FFFFFF"/>
                </a:solidFill>
                <a:latin typeface="Calibri"/>
                <a:ea typeface="Calibri"/>
                <a:cs typeface="Calibri"/>
                <a:sym typeface="Calibri"/>
              </a:rPr>
              <a:t>Challenges &amp; Learning</a:t>
            </a:r>
            <a:endParaRPr sz="2400">
              <a:solidFill>
                <a:schemeClr val="dk1"/>
              </a:solidFill>
              <a:latin typeface="Calibri"/>
              <a:ea typeface="Calibri"/>
              <a:cs typeface="Calibri"/>
              <a:sym typeface="Calibri"/>
            </a:endParaRPr>
          </a:p>
        </p:txBody>
      </p:sp>
      <p:sp>
        <p:nvSpPr>
          <p:cNvPr id="701" name="Google Shape;701;p61"/>
          <p:cNvSpPr/>
          <p:nvPr/>
        </p:nvSpPr>
        <p:spPr>
          <a:xfrm>
            <a:off x="6949440" y="0"/>
            <a:ext cx="640080" cy="914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1D9E6"/>
              </a:buClr>
              <a:buSzPts val="900"/>
              <a:buFont typeface="Calibri"/>
              <a:buNone/>
            </a:pPr>
            <a:r>
              <a:rPr lang="en-US" sz="900">
                <a:solidFill>
                  <a:srgbClr val="D1D9E6"/>
                </a:solidFill>
                <a:latin typeface="Calibri"/>
                <a:ea typeface="Calibri"/>
                <a:cs typeface="Calibri"/>
                <a:sym typeface="Calibri"/>
              </a:rPr>
              <a:t>9 / 10</a:t>
            </a:r>
            <a:endParaRPr sz="900">
              <a:solidFill>
                <a:schemeClr val="dk1"/>
              </a:solidFill>
              <a:latin typeface="Calibri"/>
              <a:ea typeface="Calibri"/>
              <a:cs typeface="Calibri"/>
              <a:sym typeface="Calibri"/>
            </a:endParaRPr>
          </a:p>
        </p:txBody>
      </p:sp>
      <p:pic>
        <p:nvPicPr>
          <p:cNvPr id="702" name="Google Shape;702;p61" descr="/home/claude/logo_nobg.png"/>
          <p:cNvPicPr preferRelativeResize="0"/>
          <p:nvPr/>
        </p:nvPicPr>
        <p:blipFill rotWithShape="1">
          <a:blip r:embed="rId4">
            <a:alphaModFix/>
          </a:blip>
          <a:srcRect/>
          <a:stretch/>
        </p:blipFill>
        <p:spPr>
          <a:xfrm>
            <a:off x="7635240" y="54864"/>
            <a:ext cx="1371600" cy="569433"/>
          </a:xfrm>
          <a:prstGeom prst="rect">
            <a:avLst/>
          </a:prstGeom>
          <a:noFill/>
          <a:ln>
            <a:noFill/>
          </a:ln>
        </p:spPr>
      </p:pic>
      <p:sp>
        <p:nvSpPr>
          <p:cNvPr id="703" name="Google Shape;703;p61"/>
          <p:cNvSpPr/>
          <p:nvPr/>
        </p:nvSpPr>
        <p:spPr>
          <a:xfrm>
            <a:off x="256032" y="1078992"/>
            <a:ext cx="4389120" cy="3858768"/>
          </a:xfrm>
          <a:prstGeom prst="rect">
            <a:avLst/>
          </a:prstGeom>
          <a:solidFill>
            <a:srgbClr val="FFFFFF"/>
          </a:solidFill>
          <a:ln>
            <a:noFill/>
          </a:ln>
          <a:effectLst>
            <a:outerShdw blurRad="101600" dist="25400" dir="8100000" algn="bl" rotWithShape="0">
              <a:srgbClr val="000000">
                <a:alpha val="7843"/>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61"/>
          <p:cNvSpPr/>
          <p:nvPr/>
        </p:nvSpPr>
        <p:spPr>
          <a:xfrm>
            <a:off x="256032" y="1078992"/>
            <a:ext cx="4389120" cy="420624"/>
          </a:xfrm>
          <a:prstGeom prst="rect">
            <a:avLst/>
          </a:prstGeom>
          <a:solidFill>
            <a:srgbClr val="C0392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61"/>
          <p:cNvSpPr/>
          <p:nvPr/>
        </p:nvSpPr>
        <p:spPr>
          <a:xfrm>
            <a:off x="365760" y="1115568"/>
            <a:ext cx="4169664"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100"/>
              <a:buFont typeface="Calibri"/>
              <a:buNone/>
            </a:pPr>
            <a:r>
              <a:rPr lang="en-US" sz="1100" b="1">
                <a:solidFill>
                  <a:srgbClr val="FFFFFF"/>
                </a:solidFill>
                <a:latin typeface="Calibri"/>
                <a:ea typeface="Calibri"/>
                <a:cs typeface="Calibri"/>
                <a:sym typeface="Calibri"/>
              </a:rPr>
              <a:t>Challenges Faced &amp; Solutions Applied</a:t>
            </a:r>
            <a:endParaRPr sz="1100">
              <a:solidFill>
                <a:schemeClr val="dk1"/>
              </a:solidFill>
              <a:latin typeface="Calibri"/>
              <a:ea typeface="Calibri"/>
              <a:cs typeface="Calibri"/>
              <a:sym typeface="Calibri"/>
            </a:endParaRPr>
          </a:p>
        </p:txBody>
      </p:sp>
      <p:sp>
        <p:nvSpPr>
          <p:cNvPr id="706" name="Google Shape;706;p61"/>
          <p:cNvSpPr/>
          <p:nvPr/>
        </p:nvSpPr>
        <p:spPr>
          <a:xfrm>
            <a:off x="256032" y="1554480"/>
            <a:ext cx="4389120" cy="845820"/>
          </a:xfrm>
          <a:prstGeom prst="rect">
            <a:avLst/>
          </a:prstGeom>
          <a:solidFill>
            <a:srgbClr val="F4F6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61"/>
          <p:cNvSpPr/>
          <p:nvPr/>
        </p:nvSpPr>
        <p:spPr>
          <a:xfrm>
            <a:off x="365760" y="1609344"/>
            <a:ext cx="4169700" cy="355200"/>
          </a:xfrm>
          <a:prstGeom prst="rect">
            <a:avLst/>
          </a:prstGeom>
          <a:noFill/>
          <a:ln>
            <a:noFill/>
          </a:ln>
        </p:spPr>
        <p:txBody>
          <a:bodyPr spcFirstLastPara="1" wrap="square" lIns="0" tIns="0" rIns="0" bIns="0" anchor="ctr" anchorCtr="0">
            <a:noAutofit/>
          </a:bodyPr>
          <a:lstStyle/>
          <a:p>
            <a:pPr>
              <a:buClr>
                <a:srgbClr val="C0392B"/>
              </a:buClr>
              <a:buSzPts val="1050"/>
            </a:pPr>
            <a:r>
              <a:rPr lang="en-US" sz="1050" b="1" dirty="0">
                <a:solidFill>
                  <a:srgbClr val="C0392B"/>
                </a:solidFill>
                <a:latin typeface="Calibri"/>
                <a:ea typeface="Calibri"/>
                <a:cs typeface="Calibri"/>
                <a:sym typeface="Calibri"/>
              </a:rPr>
              <a:t>   ⚠ </a:t>
            </a:r>
            <a:r>
              <a:rPr lang="en-US" sz="1050" b="1" dirty="0" smtClean="0">
                <a:solidFill>
                  <a:srgbClr val="C0392B"/>
                </a:solidFill>
                <a:latin typeface="Calibri"/>
                <a:ea typeface="Calibri"/>
                <a:cs typeface="Calibri"/>
                <a:sym typeface="Calibri"/>
              </a:rPr>
              <a:t>Handling Multiple CSV Files</a:t>
            </a:r>
            <a:endParaRPr sz="1050">
              <a:solidFill>
                <a:schemeClr val="dk1"/>
              </a:solidFill>
              <a:latin typeface="Calibri"/>
              <a:ea typeface="Calibri"/>
              <a:cs typeface="Calibri"/>
              <a:sym typeface="Calibri"/>
            </a:endParaRPr>
          </a:p>
        </p:txBody>
      </p:sp>
      <p:sp>
        <p:nvSpPr>
          <p:cNvPr id="708" name="Google Shape;708;p61"/>
          <p:cNvSpPr/>
          <p:nvPr/>
        </p:nvSpPr>
        <p:spPr>
          <a:xfrm>
            <a:off x="365760" y="1926641"/>
            <a:ext cx="4169664" cy="405994"/>
          </a:xfrm>
          <a:prstGeom prst="rect">
            <a:avLst/>
          </a:prstGeom>
          <a:noFill/>
          <a:ln>
            <a:noFill/>
          </a:ln>
        </p:spPr>
        <p:txBody>
          <a:bodyPr spcFirstLastPara="1" wrap="square" lIns="0" tIns="0" rIns="0" bIns="0" anchor="ctr" anchorCtr="0">
            <a:noAutofit/>
          </a:bodyPr>
          <a:lstStyle/>
          <a:p>
            <a:pPr lvl="0">
              <a:buClr>
                <a:srgbClr val="1A202C"/>
              </a:buClr>
              <a:buSzPts val="1050"/>
            </a:pPr>
            <a:r>
              <a:rPr lang="en-US" sz="1050" dirty="0">
                <a:solidFill>
                  <a:srgbClr val="1A202C"/>
                </a:solidFill>
                <a:latin typeface="Calibri"/>
                <a:ea typeface="Calibri"/>
                <a:cs typeface="Calibri"/>
                <a:sym typeface="Calibri"/>
              </a:rPr>
              <a:t>→ </a:t>
            </a:r>
            <a:r>
              <a:rPr lang="en-US" sz="1050" dirty="0" smtClean="0">
                <a:solidFill>
                  <a:srgbClr val="1A202C"/>
                </a:solidFill>
                <a:latin typeface="Calibri"/>
                <a:ea typeface="Calibri"/>
                <a:cs typeface="Calibri"/>
                <a:sym typeface="Calibri"/>
              </a:rPr>
              <a:t>Created proper relationships between datasets.</a:t>
            </a:r>
            <a:endParaRPr sz="1050">
              <a:solidFill>
                <a:schemeClr val="dk1"/>
              </a:solidFill>
              <a:latin typeface="Calibri"/>
              <a:ea typeface="Calibri"/>
              <a:cs typeface="Calibri"/>
              <a:sym typeface="Calibri"/>
            </a:endParaRPr>
          </a:p>
        </p:txBody>
      </p:sp>
      <p:sp>
        <p:nvSpPr>
          <p:cNvPr id="709" name="Google Shape;709;p61"/>
          <p:cNvSpPr/>
          <p:nvPr/>
        </p:nvSpPr>
        <p:spPr>
          <a:xfrm>
            <a:off x="365760" y="2455164"/>
            <a:ext cx="4169664" cy="355244"/>
          </a:xfrm>
          <a:prstGeom prst="rect">
            <a:avLst/>
          </a:prstGeom>
          <a:noFill/>
          <a:ln>
            <a:noFill/>
          </a:ln>
        </p:spPr>
        <p:txBody>
          <a:bodyPr spcFirstLastPara="1" wrap="square" lIns="0" tIns="0" rIns="0" bIns="0" anchor="ctr" anchorCtr="0">
            <a:noAutofit/>
          </a:bodyPr>
          <a:lstStyle/>
          <a:p>
            <a:pPr lvl="0">
              <a:buClr>
                <a:srgbClr val="C0392B"/>
              </a:buClr>
              <a:buSzPts val="1050"/>
            </a:pPr>
            <a:r>
              <a:rPr lang="en-US" sz="1050" b="1" dirty="0" smtClean="0">
                <a:solidFill>
                  <a:srgbClr val="C0392B"/>
                </a:solidFill>
                <a:latin typeface="Calibri"/>
                <a:ea typeface="Calibri"/>
                <a:cs typeface="Calibri"/>
                <a:sym typeface="Calibri"/>
              </a:rPr>
              <a:t>⚠ Missing Values</a:t>
            </a:r>
            <a:endParaRPr sz="1050">
              <a:solidFill>
                <a:schemeClr val="dk1"/>
              </a:solidFill>
              <a:latin typeface="Calibri"/>
              <a:ea typeface="Calibri"/>
              <a:cs typeface="Calibri"/>
              <a:sym typeface="Calibri"/>
            </a:endParaRPr>
          </a:p>
        </p:txBody>
      </p:sp>
      <p:sp>
        <p:nvSpPr>
          <p:cNvPr id="710" name="Google Shape;710;p61"/>
          <p:cNvSpPr/>
          <p:nvPr/>
        </p:nvSpPr>
        <p:spPr>
          <a:xfrm>
            <a:off x="365760" y="2772461"/>
            <a:ext cx="4169664" cy="405994"/>
          </a:xfrm>
          <a:prstGeom prst="rect">
            <a:avLst/>
          </a:prstGeom>
          <a:noFill/>
          <a:ln>
            <a:noFill/>
          </a:ln>
        </p:spPr>
        <p:txBody>
          <a:bodyPr spcFirstLastPara="1" wrap="square" lIns="0" tIns="0" rIns="0" bIns="0" anchor="ctr" anchorCtr="0">
            <a:noAutofit/>
          </a:bodyPr>
          <a:lstStyle/>
          <a:p>
            <a:pPr>
              <a:buClr>
                <a:srgbClr val="1A202C"/>
              </a:buClr>
              <a:buSzPts val="1050"/>
            </a:pPr>
            <a:r>
              <a:rPr lang="en-US" sz="1050" dirty="0">
                <a:solidFill>
                  <a:srgbClr val="1A202C"/>
                </a:solidFill>
                <a:latin typeface="Calibri"/>
                <a:ea typeface="Calibri"/>
                <a:cs typeface="Calibri"/>
                <a:sym typeface="Calibri"/>
              </a:rPr>
              <a:t>→ </a:t>
            </a:r>
            <a:r>
              <a:rPr lang="en-US" sz="1050" dirty="0" smtClean="0">
                <a:solidFill>
                  <a:srgbClr val="1A202C"/>
                </a:solidFill>
                <a:latin typeface="Calibri"/>
                <a:ea typeface="Calibri"/>
                <a:cs typeface="Calibri"/>
                <a:sym typeface="Calibri"/>
              </a:rPr>
              <a:t>Verified and handled blank records.</a:t>
            </a:r>
            <a:endParaRPr sz="1050">
              <a:solidFill>
                <a:schemeClr val="dk1"/>
              </a:solidFill>
              <a:latin typeface="Calibri"/>
              <a:ea typeface="Calibri"/>
              <a:cs typeface="Calibri"/>
              <a:sym typeface="Calibri"/>
            </a:endParaRPr>
          </a:p>
        </p:txBody>
      </p:sp>
      <p:sp>
        <p:nvSpPr>
          <p:cNvPr id="711" name="Google Shape;711;p61"/>
          <p:cNvSpPr/>
          <p:nvPr/>
        </p:nvSpPr>
        <p:spPr>
          <a:xfrm>
            <a:off x="256032" y="3246120"/>
            <a:ext cx="4389120" cy="845820"/>
          </a:xfrm>
          <a:prstGeom prst="rect">
            <a:avLst/>
          </a:prstGeom>
          <a:solidFill>
            <a:srgbClr val="F4F6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61"/>
          <p:cNvSpPr/>
          <p:nvPr/>
        </p:nvSpPr>
        <p:spPr>
          <a:xfrm>
            <a:off x="365760" y="3300984"/>
            <a:ext cx="4169664" cy="355244"/>
          </a:xfrm>
          <a:prstGeom prst="rect">
            <a:avLst/>
          </a:prstGeom>
          <a:noFill/>
          <a:ln>
            <a:noFill/>
          </a:ln>
        </p:spPr>
        <p:txBody>
          <a:bodyPr spcFirstLastPara="1" wrap="square" lIns="0" tIns="0" rIns="0" bIns="0" anchor="ctr" anchorCtr="0">
            <a:noAutofit/>
          </a:bodyPr>
          <a:lstStyle/>
          <a:p>
            <a:pPr>
              <a:buClr>
                <a:srgbClr val="C0392B"/>
              </a:buClr>
              <a:buSzPts val="1050"/>
            </a:pPr>
            <a:r>
              <a:rPr lang="en-US" sz="1050" b="1" dirty="0">
                <a:solidFill>
                  <a:srgbClr val="C0392B"/>
                </a:solidFill>
                <a:latin typeface="Calibri"/>
                <a:ea typeface="Calibri"/>
                <a:cs typeface="Calibri"/>
                <a:sym typeface="Calibri"/>
              </a:rPr>
              <a:t>⚠ </a:t>
            </a:r>
            <a:r>
              <a:rPr lang="en-US" sz="1050" b="1" dirty="0" smtClean="0">
                <a:solidFill>
                  <a:srgbClr val="C0392B"/>
                </a:solidFill>
                <a:latin typeface="Calibri"/>
                <a:ea typeface="Calibri"/>
                <a:cs typeface="Calibri"/>
                <a:sym typeface="Calibri"/>
              </a:rPr>
              <a:t>Dashboard Layout</a:t>
            </a:r>
            <a:endParaRPr sz="1050">
              <a:solidFill>
                <a:schemeClr val="dk1"/>
              </a:solidFill>
              <a:latin typeface="Calibri"/>
              <a:ea typeface="Calibri"/>
              <a:cs typeface="Calibri"/>
              <a:sym typeface="Calibri"/>
            </a:endParaRPr>
          </a:p>
        </p:txBody>
      </p:sp>
      <p:sp>
        <p:nvSpPr>
          <p:cNvPr id="713" name="Google Shape;713;p61"/>
          <p:cNvSpPr/>
          <p:nvPr/>
        </p:nvSpPr>
        <p:spPr>
          <a:xfrm>
            <a:off x="365760" y="3618281"/>
            <a:ext cx="4169664" cy="405994"/>
          </a:xfrm>
          <a:prstGeom prst="rect">
            <a:avLst/>
          </a:prstGeom>
          <a:noFill/>
          <a:ln>
            <a:noFill/>
          </a:ln>
        </p:spPr>
        <p:txBody>
          <a:bodyPr spcFirstLastPara="1" wrap="square" lIns="0" tIns="0" rIns="0" bIns="0" anchor="ctr" anchorCtr="0">
            <a:noAutofit/>
          </a:bodyPr>
          <a:lstStyle/>
          <a:p>
            <a:pPr>
              <a:buClr>
                <a:srgbClr val="1A202C"/>
              </a:buClr>
              <a:buSzPts val="1050"/>
            </a:pPr>
            <a:r>
              <a:rPr lang="en-US" sz="1050" dirty="0">
                <a:solidFill>
                  <a:srgbClr val="1A202C"/>
                </a:solidFill>
                <a:latin typeface="Calibri"/>
                <a:ea typeface="Calibri"/>
                <a:cs typeface="Calibri"/>
                <a:sym typeface="Calibri"/>
              </a:rPr>
              <a:t>→ </a:t>
            </a:r>
            <a:r>
              <a:rPr lang="en-US" sz="1050" dirty="0" smtClean="0">
                <a:solidFill>
                  <a:srgbClr val="1A202C"/>
                </a:solidFill>
                <a:latin typeface="Calibri"/>
                <a:ea typeface="Calibri"/>
                <a:cs typeface="Calibri"/>
                <a:sym typeface="Calibri"/>
              </a:rPr>
              <a:t>Improved formatting and alignment.</a:t>
            </a:r>
            <a:endParaRPr sz="1050">
              <a:solidFill>
                <a:schemeClr val="dk1"/>
              </a:solidFill>
              <a:latin typeface="Calibri"/>
              <a:ea typeface="Calibri"/>
              <a:cs typeface="Calibri"/>
              <a:sym typeface="Calibri"/>
            </a:endParaRPr>
          </a:p>
        </p:txBody>
      </p:sp>
      <p:sp>
        <p:nvSpPr>
          <p:cNvPr id="714" name="Google Shape;714;p61"/>
          <p:cNvSpPr/>
          <p:nvPr/>
        </p:nvSpPr>
        <p:spPr>
          <a:xfrm>
            <a:off x="365760" y="4146804"/>
            <a:ext cx="4169664" cy="355244"/>
          </a:xfrm>
          <a:prstGeom prst="rect">
            <a:avLst/>
          </a:prstGeom>
          <a:noFill/>
          <a:ln>
            <a:noFill/>
          </a:ln>
        </p:spPr>
        <p:txBody>
          <a:bodyPr spcFirstLastPara="1" wrap="square" lIns="0" tIns="0" rIns="0" bIns="0" anchor="ctr" anchorCtr="0">
            <a:noAutofit/>
          </a:bodyPr>
          <a:lstStyle/>
          <a:p>
            <a:pPr>
              <a:buClr>
                <a:srgbClr val="C0392B"/>
              </a:buClr>
              <a:buSzPts val="1050"/>
            </a:pPr>
            <a:r>
              <a:rPr lang="en-US" sz="1050" b="1" dirty="0">
                <a:solidFill>
                  <a:srgbClr val="C0392B"/>
                </a:solidFill>
                <a:latin typeface="Calibri"/>
                <a:ea typeface="Calibri"/>
                <a:cs typeface="Calibri"/>
                <a:sym typeface="Calibri"/>
              </a:rPr>
              <a:t>⚠ </a:t>
            </a:r>
            <a:r>
              <a:rPr lang="en-US" sz="1050" b="1" dirty="0" smtClean="0">
                <a:solidFill>
                  <a:srgbClr val="C0392B"/>
                </a:solidFill>
                <a:latin typeface="Calibri"/>
                <a:ea typeface="Calibri"/>
                <a:cs typeface="Calibri"/>
                <a:sym typeface="Calibri"/>
              </a:rPr>
              <a:t>Tableau Configuration</a:t>
            </a:r>
            <a:endParaRPr sz="1050">
              <a:solidFill>
                <a:schemeClr val="dk1"/>
              </a:solidFill>
              <a:latin typeface="Calibri"/>
              <a:ea typeface="Calibri"/>
              <a:cs typeface="Calibri"/>
              <a:sym typeface="Calibri"/>
            </a:endParaRPr>
          </a:p>
        </p:txBody>
      </p:sp>
      <p:sp>
        <p:nvSpPr>
          <p:cNvPr id="715" name="Google Shape;715;p61"/>
          <p:cNvSpPr/>
          <p:nvPr/>
        </p:nvSpPr>
        <p:spPr>
          <a:xfrm>
            <a:off x="365760" y="4464101"/>
            <a:ext cx="4169664" cy="405994"/>
          </a:xfrm>
          <a:prstGeom prst="rect">
            <a:avLst/>
          </a:prstGeom>
          <a:noFill/>
          <a:ln>
            <a:noFill/>
          </a:ln>
        </p:spPr>
        <p:txBody>
          <a:bodyPr spcFirstLastPara="1" wrap="square" lIns="0" tIns="0" rIns="0" bIns="0" anchor="ctr" anchorCtr="0">
            <a:noAutofit/>
          </a:bodyPr>
          <a:lstStyle/>
          <a:p>
            <a:pPr>
              <a:buClr>
                <a:srgbClr val="1A202C"/>
              </a:buClr>
              <a:buSzPts val="1050"/>
            </a:pPr>
            <a:r>
              <a:rPr lang="en-US" sz="1050" dirty="0">
                <a:solidFill>
                  <a:srgbClr val="1A202C"/>
                </a:solidFill>
                <a:latin typeface="Calibri"/>
                <a:ea typeface="Calibri"/>
                <a:cs typeface="Calibri"/>
                <a:sym typeface="Calibri"/>
              </a:rPr>
              <a:t>→ </a:t>
            </a:r>
            <a:r>
              <a:rPr lang="en-US" sz="1050" dirty="0" smtClean="0">
                <a:solidFill>
                  <a:srgbClr val="1A202C"/>
                </a:solidFill>
                <a:latin typeface="Calibri"/>
                <a:ea typeface="Calibri"/>
                <a:cs typeface="Calibri"/>
                <a:sym typeface="Calibri"/>
              </a:rPr>
              <a:t>Resolved connection and visualization issues.</a:t>
            </a:r>
            <a:endParaRPr sz="1050">
              <a:solidFill>
                <a:schemeClr val="dk1"/>
              </a:solidFill>
              <a:latin typeface="Calibri"/>
              <a:ea typeface="Calibri"/>
              <a:cs typeface="Calibri"/>
              <a:sym typeface="Calibri"/>
            </a:endParaRPr>
          </a:p>
        </p:txBody>
      </p:sp>
      <p:sp>
        <p:nvSpPr>
          <p:cNvPr id="716" name="Google Shape;716;p61"/>
          <p:cNvSpPr/>
          <p:nvPr/>
        </p:nvSpPr>
        <p:spPr>
          <a:xfrm>
            <a:off x="4876800" y="1047750"/>
            <a:ext cx="4023360" cy="3858768"/>
          </a:xfrm>
          <a:prstGeom prst="rect">
            <a:avLst/>
          </a:prstGeom>
          <a:solidFill>
            <a:srgbClr val="1A3C6E"/>
          </a:solidFill>
          <a:ln>
            <a:noFill/>
          </a:ln>
          <a:effectLst>
            <a:outerShdw blurRad="101600" dist="25400" dir="8100000" algn="bl" rotWithShape="0">
              <a:srgbClr val="000000">
                <a:alpha val="1215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61"/>
          <p:cNvSpPr/>
          <p:nvPr/>
        </p:nvSpPr>
        <p:spPr>
          <a:xfrm>
            <a:off x="4864608" y="1078992"/>
            <a:ext cx="4023360" cy="420624"/>
          </a:xfrm>
          <a:prstGeom prst="rect">
            <a:avLst/>
          </a:prstGeom>
          <a:solidFill>
            <a:srgbClr val="3A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61"/>
          <p:cNvSpPr/>
          <p:nvPr/>
        </p:nvSpPr>
        <p:spPr>
          <a:xfrm>
            <a:off x="4974336" y="1115568"/>
            <a:ext cx="3803904"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A3C6E"/>
              </a:buClr>
              <a:buSzPts val="1100"/>
              <a:buFont typeface="Calibri"/>
              <a:buNone/>
            </a:pPr>
            <a:r>
              <a:rPr lang="en-US" sz="1100" b="1">
                <a:solidFill>
                  <a:srgbClr val="1A3C6E"/>
                </a:solidFill>
                <a:latin typeface="Calibri"/>
                <a:ea typeface="Calibri"/>
                <a:cs typeface="Calibri"/>
                <a:sym typeface="Calibri"/>
              </a:rPr>
              <a:t>Skills Gained</a:t>
            </a:r>
            <a:endParaRPr sz="1100">
              <a:solidFill>
                <a:schemeClr val="dk1"/>
              </a:solidFill>
              <a:latin typeface="Calibri"/>
              <a:ea typeface="Calibri"/>
              <a:cs typeface="Calibri"/>
              <a:sym typeface="Calibri"/>
            </a:endParaRPr>
          </a:p>
        </p:txBody>
      </p:sp>
      <p:sp>
        <p:nvSpPr>
          <p:cNvPr id="719" name="Google Shape;719;p61"/>
          <p:cNvSpPr/>
          <p:nvPr/>
        </p:nvSpPr>
        <p:spPr>
          <a:xfrm>
            <a:off x="4974336" y="1627632"/>
            <a:ext cx="347472" cy="410718"/>
          </a:xfrm>
          <a:prstGeom prst="rect">
            <a:avLst/>
          </a:prstGeom>
          <a:solidFill>
            <a:srgbClr val="3AACF0">
              <a:alpha val="7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61"/>
          <p:cNvSpPr/>
          <p:nvPr/>
        </p:nvSpPr>
        <p:spPr>
          <a:xfrm>
            <a:off x="4974336" y="1627632"/>
            <a:ext cx="347472" cy="41071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dirty="0">
                <a:solidFill>
                  <a:srgbClr val="FFFFFF"/>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721" name="Google Shape;721;p61"/>
          <p:cNvSpPr/>
          <p:nvPr/>
        </p:nvSpPr>
        <p:spPr>
          <a:xfrm>
            <a:off x="5394960" y="1554480"/>
            <a:ext cx="3401700" cy="483870"/>
          </a:xfrm>
          <a:prstGeom prst="rect">
            <a:avLst/>
          </a:prstGeom>
          <a:noFill/>
          <a:ln>
            <a:noFill/>
          </a:ln>
        </p:spPr>
        <p:txBody>
          <a:bodyPr spcFirstLastPara="1" wrap="square" lIns="0" tIns="0" rIns="0" bIns="0" anchor="ctr" anchorCtr="0">
            <a:noAutofit/>
          </a:bodyPr>
          <a:lstStyle/>
          <a:p>
            <a:pPr lvl="0">
              <a:buClr>
                <a:srgbClr val="BDD5F0"/>
              </a:buClr>
              <a:buSzPts val="1100"/>
            </a:pPr>
            <a:r>
              <a:rPr lang="en-US" sz="1100" dirty="0" smtClean="0">
                <a:solidFill>
                  <a:srgbClr val="BDD5F0"/>
                </a:solidFill>
                <a:latin typeface="Calibri"/>
                <a:ea typeface="Calibri"/>
                <a:cs typeface="Calibri"/>
                <a:sym typeface="Calibri"/>
              </a:rPr>
              <a:t>Tableau Dashboard Development</a:t>
            </a:r>
            <a:endParaRPr sz="1100">
              <a:solidFill>
                <a:schemeClr val="dk1"/>
              </a:solidFill>
              <a:latin typeface="Calibri"/>
              <a:ea typeface="Calibri"/>
              <a:cs typeface="Calibri"/>
              <a:sym typeface="Calibri"/>
            </a:endParaRPr>
          </a:p>
        </p:txBody>
      </p:sp>
      <p:sp>
        <p:nvSpPr>
          <p:cNvPr id="722" name="Google Shape;722;p61"/>
          <p:cNvSpPr/>
          <p:nvPr/>
        </p:nvSpPr>
        <p:spPr>
          <a:xfrm>
            <a:off x="4953000" y="2114550"/>
            <a:ext cx="347472" cy="419862"/>
          </a:xfrm>
          <a:prstGeom prst="rect">
            <a:avLst/>
          </a:prstGeom>
          <a:solidFill>
            <a:srgbClr val="3AACF0">
              <a:alpha val="7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61"/>
          <p:cNvSpPr/>
          <p:nvPr/>
        </p:nvSpPr>
        <p:spPr>
          <a:xfrm>
            <a:off x="4953000" y="2114550"/>
            <a:ext cx="347472" cy="34366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dirty="0">
                <a:solidFill>
                  <a:srgbClr val="FFFFFF"/>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724" name="Google Shape;724;p61"/>
          <p:cNvSpPr/>
          <p:nvPr/>
        </p:nvSpPr>
        <p:spPr>
          <a:xfrm>
            <a:off x="5334000" y="2114550"/>
            <a:ext cx="3401700" cy="416814"/>
          </a:xfrm>
          <a:prstGeom prst="rect">
            <a:avLst/>
          </a:prstGeom>
          <a:noFill/>
          <a:ln>
            <a:noFill/>
          </a:ln>
        </p:spPr>
        <p:txBody>
          <a:bodyPr spcFirstLastPara="1" wrap="square" lIns="0" tIns="0" rIns="0" bIns="0" anchor="ctr" anchorCtr="0">
            <a:noAutofit/>
          </a:bodyPr>
          <a:lstStyle/>
          <a:p>
            <a:pPr lvl="0">
              <a:buClr>
                <a:srgbClr val="BDD5F0"/>
              </a:buClr>
              <a:buSzPts val="1100"/>
            </a:pPr>
            <a:r>
              <a:rPr lang="en-US" sz="1100" dirty="0" smtClean="0">
                <a:solidFill>
                  <a:srgbClr val="BDD5F0"/>
                </a:solidFill>
                <a:latin typeface="Calibri"/>
                <a:ea typeface="Calibri"/>
                <a:cs typeface="Calibri"/>
                <a:sym typeface="Calibri"/>
              </a:rPr>
              <a:t>Data Cleaning</a:t>
            </a:r>
            <a:endParaRPr sz="1100">
              <a:solidFill>
                <a:schemeClr val="dk1"/>
              </a:solidFill>
              <a:latin typeface="Calibri"/>
              <a:ea typeface="Calibri"/>
              <a:cs typeface="Calibri"/>
              <a:sym typeface="Calibri"/>
            </a:endParaRPr>
          </a:p>
        </p:txBody>
      </p:sp>
      <p:sp>
        <p:nvSpPr>
          <p:cNvPr id="725" name="Google Shape;725;p61"/>
          <p:cNvSpPr/>
          <p:nvPr/>
        </p:nvSpPr>
        <p:spPr>
          <a:xfrm>
            <a:off x="4953000" y="2647950"/>
            <a:ext cx="347472" cy="381000"/>
          </a:xfrm>
          <a:prstGeom prst="rect">
            <a:avLst/>
          </a:prstGeom>
          <a:solidFill>
            <a:srgbClr val="3AACF0">
              <a:alpha val="7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61"/>
          <p:cNvSpPr/>
          <p:nvPr/>
        </p:nvSpPr>
        <p:spPr>
          <a:xfrm>
            <a:off x="4953000" y="2647950"/>
            <a:ext cx="347472" cy="381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dirty="0">
                <a:solidFill>
                  <a:srgbClr val="FFFFFF"/>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727" name="Google Shape;727;p61"/>
          <p:cNvSpPr/>
          <p:nvPr/>
        </p:nvSpPr>
        <p:spPr>
          <a:xfrm>
            <a:off x="5334000" y="2571750"/>
            <a:ext cx="3401700" cy="457200"/>
          </a:xfrm>
          <a:prstGeom prst="rect">
            <a:avLst/>
          </a:prstGeom>
          <a:noFill/>
          <a:ln>
            <a:noFill/>
          </a:ln>
        </p:spPr>
        <p:txBody>
          <a:bodyPr spcFirstLastPara="1" wrap="square" lIns="0" tIns="0" rIns="0" bIns="0" anchor="ctr" anchorCtr="0">
            <a:noAutofit/>
          </a:bodyPr>
          <a:lstStyle/>
          <a:p>
            <a:pPr lvl="0">
              <a:buClr>
                <a:srgbClr val="BDD5F0"/>
              </a:buClr>
              <a:buSzPts val="1100"/>
            </a:pPr>
            <a:r>
              <a:rPr lang="en-US" sz="1100" dirty="0" smtClean="0">
                <a:solidFill>
                  <a:srgbClr val="BDD5F0"/>
                </a:solidFill>
                <a:latin typeface="Calibri"/>
                <a:ea typeface="Calibri"/>
                <a:cs typeface="Calibri"/>
                <a:sym typeface="Calibri"/>
              </a:rPr>
              <a:t>Data Visualization</a:t>
            </a:r>
            <a:endParaRPr sz="1100">
              <a:solidFill>
                <a:schemeClr val="dk1"/>
              </a:solidFill>
              <a:latin typeface="Calibri"/>
              <a:ea typeface="Calibri"/>
              <a:cs typeface="Calibri"/>
              <a:sym typeface="Calibri"/>
            </a:endParaRPr>
          </a:p>
        </p:txBody>
      </p:sp>
      <p:sp>
        <p:nvSpPr>
          <p:cNvPr id="728" name="Google Shape;728;p61"/>
          <p:cNvSpPr/>
          <p:nvPr/>
        </p:nvSpPr>
        <p:spPr>
          <a:xfrm>
            <a:off x="4953000" y="3105150"/>
            <a:ext cx="347472" cy="381000"/>
          </a:xfrm>
          <a:prstGeom prst="rect">
            <a:avLst/>
          </a:prstGeom>
          <a:solidFill>
            <a:srgbClr val="3AACF0">
              <a:alpha val="7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61"/>
          <p:cNvSpPr/>
          <p:nvPr/>
        </p:nvSpPr>
        <p:spPr>
          <a:xfrm>
            <a:off x="4953000" y="3105150"/>
            <a:ext cx="347472" cy="381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dirty="0">
                <a:solidFill>
                  <a:srgbClr val="FFFFFF"/>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730" name="Google Shape;730;p61"/>
          <p:cNvSpPr/>
          <p:nvPr/>
        </p:nvSpPr>
        <p:spPr>
          <a:xfrm>
            <a:off x="5410200" y="3028950"/>
            <a:ext cx="3401700" cy="533400"/>
          </a:xfrm>
          <a:prstGeom prst="rect">
            <a:avLst/>
          </a:prstGeom>
          <a:noFill/>
          <a:ln>
            <a:noFill/>
          </a:ln>
        </p:spPr>
        <p:txBody>
          <a:bodyPr spcFirstLastPara="1" wrap="square" lIns="0" tIns="0" rIns="0" bIns="0" anchor="ctr" anchorCtr="0">
            <a:noAutofit/>
          </a:bodyPr>
          <a:lstStyle/>
          <a:p>
            <a:pPr lvl="0">
              <a:buClr>
                <a:srgbClr val="BDD5F0"/>
              </a:buClr>
              <a:buSzPts val="1100"/>
            </a:pPr>
            <a:r>
              <a:rPr lang="en-US" sz="1100" dirty="0" smtClean="0">
                <a:solidFill>
                  <a:srgbClr val="BDD5F0"/>
                </a:solidFill>
                <a:latin typeface="Calibri"/>
                <a:ea typeface="Calibri"/>
                <a:cs typeface="Calibri"/>
                <a:sym typeface="Calibri"/>
              </a:rPr>
              <a:t>KPI Design</a:t>
            </a:r>
            <a:endParaRPr sz="1100">
              <a:solidFill>
                <a:srgbClr val="BDD5F0"/>
              </a:solidFill>
              <a:latin typeface="Calibri"/>
              <a:ea typeface="Calibri"/>
              <a:cs typeface="Calibri"/>
              <a:sym typeface="Calibri"/>
            </a:endParaRPr>
          </a:p>
        </p:txBody>
      </p:sp>
      <p:sp>
        <p:nvSpPr>
          <p:cNvPr id="731" name="Google Shape;731;p61"/>
          <p:cNvSpPr/>
          <p:nvPr/>
        </p:nvSpPr>
        <p:spPr>
          <a:xfrm>
            <a:off x="4953000" y="3562350"/>
            <a:ext cx="347472" cy="381000"/>
          </a:xfrm>
          <a:prstGeom prst="rect">
            <a:avLst/>
          </a:prstGeom>
          <a:solidFill>
            <a:srgbClr val="3AACF0">
              <a:alpha val="7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61"/>
          <p:cNvSpPr/>
          <p:nvPr/>
        </p:nvSpPr>
        <p:spPr>
          <a:xfrm>
            <a:off x="4953000" y="3638550"/>
            <a:ext cx="347472" cy="2286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dirty="0">
                <a:solidFill>
                  <a:srgbClr val="FFFFFF"/>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733" name="Google Shape;733;p61"/>
          <p:cNvSpPr/>
          <p:nvPr/>
        </p:nvSpPr>
        <p:spPr>
          <a:xfrm>
            <a:off x="5334000" y="3562350"/>
            <a:ext cx="3401700" cy="381000"/>
          </a:xfrm>
          <a:prstGeom prst="rect">
            <a:avLst/>
          </a:prstGeom>
          <a:noFill/>
          <a:ln>
            <a:noFill/>
          </a:ln>
        </p:spPr>
        <p:txBody>
          <a:bodyPr spcFirstLastPara="1" wrap="square" lIns="0" tIns="0" rIns="0" bIns="0" anchor="ctr" anchorCtr="0">
            <a:noAutofit/>
          </a:bodyPr>
          <a:lstStyle/>
          <a:p>
            <a:pPr lvl="0">
              <a:buClr>
                <a:srgbClr val="BDD5F0"/>
              </a:buClr>
              <a:buSzPts val="1100"/>
            </a:pPr>
            <a:r>
              <a:rPr lang="en-US" sz="1100" dirty="0" smtClean="0">
                <a:solidFill>
                  <a:srgbClr val="BDD5F0"/>
                </a:solidFill>
                <a:latin typeface="Calibri"/>
                <a:ea typeface="Calibri"/>
                <a:cs typeface="Calibri"/>
                <a:sym typeface="Calibri"/>
              </a:rPr>
              <a:t>Microsoft Excel</a:t>
            </a:r>
            <a:endParaRPr sz="1100">
              <a:solidFill>
                <a:srgbClr val="BDD5F0"/>
              </a:solidFill>
              <a:latin typeface="Calibri"/>
              <a:ea typeface="Calibri"/>
              <a:cs typeface="Calibri"/>
              <a:sym typeface="Calibri"/>
            </a:endParaRPr>
          </a:p>
        </p:txBody>
      </p:sp>
      <p:sp>
        <p:nvSpPr>
          <p:cNvPr id="40" name="Google Shape;728;p61"/>
          <p:cNvSpPr/>
          <p:nvPr/>
        </p:nvSpPr>
        <p:spPr>
          <a:xfrm>
            <a:off x="4953000" y="4019550"/>
            <a:ext cx="347472" cy="381000"/>
          </a:xfrm>
          <a:prstGeom prst="rect">
            <a:avLst/>
          </a:prstGeom>
          <a:solidFill>
            <a:srgbClr val="3AACF0">
              <a:alpha val="7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732;p61"/>
          <p:cNvSpPr/>
          <p:nvPr/>
        </p:nvSpPr>
        <p:spPr>
          <a:xfrm>
            <a:off x="4953000" y="4019550"/>
            <a:ext cx="304800" cy="304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dirty="0">
                <a:solidFill>
                  <a:srgbClr val="FFFFFF"/>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42" name="Google Shape;728;p61"/>
          <p:cNvSpPr/>
          <p:nvPr/>
        </p:nvSpPr>
        <p:spPr>
          <a:xfrm>
            <a:off x="4953000" y="4476750"/>
            <a:ext cx="347472" cy="381000"/>
          </a:xfrm>
          <a:prstGeom prst="rect">
            <a:avLst/>
          </a:prstGeom>
          <a:solidFill>
            <a:srgbClr val="3AACF0">
              <a:alpha val="7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732;p61"/>
          <p:cNvSpPr/>
          <p:nvPr/>
        </p:nvSpPr>
        <p:spPr>
          <a:xfrm>
            <a:off x="4953000" y="4476750"/>
            <a:ext cx="304800" cy="304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100"/>
              <a:buFont typeface="Calibri"/>
              <a:buNone/>
            </a:pPr>
            <a:r>
              <a:rPr lang="en-US" sz="1100" b="1" dirty="0">
                <a:solidFill>
                  <a:srgbClr val="FFFFFF"/>
                </a:solidFill>
                <a:latin typeface="Calibri"/>
                <a:ea typeface="Calibri"/>
                <a:cs typeface="Calibri"/>
                <a:sym typeface="Calibri"/>
              </a:rPr>
              <a:t>✓</a:t>
            </a:r>
            <a:endParaRPr sz="1100">
              <a:solidFill>
                <a:schemeClr val="dk1"/>
              </a:solidFill>
              <a:latin typeface="Calibri"/>
              <a:ea typeface="Calibri"/>
              <a:cs typeface="Calibri"/>
              <a:sym typeface="Calibri"/>
            </a:endParaRPr>
          </a:p>
        </p:txBody>
      </p:sp>
      <p:sp>
        <p:nvSpPr>
          <p:cNvPr id="45" name="Google Shape;733;p61"/>
          <p:cNvSpPr/>
          <p:nvPr/>
        </p:nvSpPr>
        <p:spPr>
          <a:xfrm>
            <a:off x="5334000" y="3943350"/>
            <a:ext cx="3401700" cy="381000"/>
          </a:xfrm>
          <a:prstGeom prst="rect">
            <a:avLst/>
          </a:prstGeom>
          <a:noFill/>
          <a:ln>
            <a:noFill/>
          </a:ln>
        </p:spPr>
        <p:txBody>
          <a:bodyPr spcFirstLastPara="1" wrap="square" lIns="0" tIns="0" rIns="0" bIns="0" anchor="ctr" anchorCtr="0">
            <a:noAutofit/>
          </a:bodyPr>
          <a:lstStyle/>
          <a:p>
            <a:pPr lvl="0">
              <a:buClr>
                <a:srgbClr val="BDD5F0"/>
              </a:buClr>
              <a:buSzPts val="1100"/>
            </a:pPr>
            <a:r>
              <a:rPr lang="en-US" sz="1100" dirty="0" smtClean="0">
                <a:solidFill>
                  <a:srgbClr val="BDD5F0"/>
                </a:solidFill>
                <a:latin typeface="Calibri"/>
                <a:ea typeface="Calibri"/>
                <a:cs typeface="Calibri"/>
                <a:sym typeface="Calibri"/>
              </a:rPr>
              <a:t>Business Intelligence</a:t>
            </a:r>
            <a:endParaRPr sz="1100">
              <a:solidFill>
                <a:srgbClr val="BDD5F0"/>
              </a:solidFill>
              <a:latin typeface="Calibri"/>
              <a:ea typeface="Calibri"/>
              <a:cs typeface="Calibri"/>
              <a:sym typeface="Calibri"/>
            </a:endParaRPr>
          </a:p>
        </p:txBody>
      </p:sp>
      <p:sp>
        <p:nvSpPr>
          <p:cNvPr id="46" name="Google Shape;733;p61"/>
          <p:cNvSpPr/>
          <p:nvPr/>
        </p:nvSpPr>
        <p:spPr>
          <a:xfrm>
            <a:off x="5410200" y="4400550"/>
            <a:ext cx="3401700" cy="381000"/>
          </a:xfrm>
          <a:prstGeom prst="rect">
            <a:avLst/>
          </a:prstGeom>
          <a:noFill/>
          <a:ln>
            <a:noFill/>
          </a:ln>
        </p:spPr>
        <p:txBody>
          <a:bodyPr spcFirstLastPara="1" wrap="square" lIns="0" tIns="0" rIns="0" bIns="0" anchor="ctr" anchorCtr="0">
            <a:noAutofit/>
          </a:bodyPr>
          <a:lstStyle/>
          <a:p>
            <a:pPr lvl="0">
              <a:buClr>
                <a:srgbClr val="BDD5F0"/>
              </a:buClr>
              <a:buSzPts val="1100"/>
            </a:pPr>
            <a:r>
              <a:rPr lang="en-US" sz="1100" dirty="0" err="1" smtClean="0">
                <a:solidFill>
                  <a:srgbClr val="BDD5F0"/>
                </a:solidFill>
                <a:latin typeface="Calibri"/>
                <a:ea typeface="Calibri"/>
                <a:cs typeface="Calibri"/>
                <a:sym typeface="Calibri"/>
              </a:rPr>
              <a:t>GitHub</a:t>
            </a:r>
            <a:endParaRPr sz="1100">
              <a:solidFill>
                <a:srgbClr val="BDD5F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3C6E"/>
        </a:solidFill>
        <a:effectLst/>
      </p:bgPr>
    </p:bg>
    <p:spTree>
      <p:nvGrpSpPr>
        <p:cNvPr id="1" name="Shape 738"/>
        <p:cNvGrpSpPr/>
        <p:nvPr/>
      </p:nvGrpSpPr>
      <p:grpSpPr>
        <a:xfrm>
          <a:off x="0" y="0"/>
          <a:ext cx="0" cy="0"/>
          <a:chOff x="0" y="0"/>
          <a:chExt cx="0" cy="0"/>
        </a:xfrm>
      </p:grpSpPr>
      <p:sp>
        <p:nvSpPr>
          <p:cNvPr id="739" name="Google Shape;739;p62"/>
          <p:cNvSpPr/>
          <p:nvPr/>
        </p:nvSpPr>
        <p:spPr>
          <a:xfrm>
            <a:off x="-914400" y="3200400"/>
            <a:ext cx="3200400" cy="3200400"/>
          </a:xfrm>
          <a:prstGeom prst="ellipse">
            <a:avLst/>
          </a:prstGeom>
          <a:solidFill>
            <a:srgbClr val="2B5BA8">
              <a:alpha val="3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62"/>
          <p:cNvSpPr/>
          <p:nvPr/>
        </p:nvSpPr>
        <p:spPr>
          <a:xfrm>
            <a:off x="7315200" y="-914400"/>
            <a:ext cx="2926080" cy="2926080"/>
          </a:xfrm>
          <a:prstGeom prst="ellipse">
            <a:avLst/>
          </a:prstGeom>
          <a:solidFill>
            <a:srgbClr val="4A80D4">
              <a:alpha val="30196"/>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62"/>
          <p:cNvSpPr/>
          <p:nvPr/>
        </p:nvSpPr>
        <p:spPr>
          <a:xfrm>
            <a:off x="0" y="0"/>
            <a:ext cx="164592" cy="5143500"/>
          </a:xfrm>
          <a:prstGeom prst="rect">
            <a:avLst/>
          </a:prstGeom>
          <a:solidFill>
            <a:srgbClr val="3AA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42" name="Google Shape;742;p62" descr="/home/claude/logo_nobg.png"/>
          <p:cNvPicPr preferRelativeResize="0"/>
          <p:nvPr/>
        </p:nvPicPr>
        <p:blipFill rotWithShape="1">
          <a:blip r:embed="rId3">
            <a:alphaModFix/>
          </a:blip>
          <a:srcRect/>
          <a:stretch/>
        </p:blipFill>
        <p:spPr>
          <a:xfrm>
            <a:off x="7635240" y="100584"/>
            <a:ext cx="1371600" cy="569433"/>
          </a:xfrm>
          <a:prstGeom prst="rect">
            <a:avLst/>
          </a:prstGeom>
          <a:noFill/>
          <a:ln>
            <a:noFill/>
          </a:ln>
        </p:spPr>
      </p:pic>
      <p:sp>
        <p:nvSpPr>
          <p:cNvPr id="743" name="Google Shape;743;p62"/>
          <p:cNvSpPr/>
          <p:nvPr/>
        </p:nvSpPr>
        <p:spPr>
          <a:xfrm>
            <a:off x="320040" y="146304"/>
            <a:ext cx="621792" cy="621792"/>
          </a:xfrm>
          <a:prstGeom prst="ellipse">
            <a:avLst/>
          </a:prstGeom>
          <a:solidFill>
            <a:srgbClr val="3AACF0">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44" name="Google Shape;744;p62" descr="preencoded.png"/>
          <p:cNvPicPr preferRelativeResize="0"/>
          <p:nvPr/>
        </p:nvPicPr>
        <p:blipFill rotWithShape="1">
          <a:blip r:embed="rId4">
            <a:alphaModFix/>
          </a:blip>
          <a:srcRect/>
          <a:stretch/>
        </p:blipFill>
        <p:spPr>
          <a:xfrm>
            <a:off x="402336" y="228600"/>
            <a:ext cx="457200" cy="457200"/>
          </a:xfrm>
          <a:prstGeom prst="rect">
            <a:avLst/>
          </a:prstGeom>
          <a:noFill/>
          <a:ln>
            <a:noFill/>
          </a:ln>
        </p:spPr>
      </p:pic>
      <p:sp>
        <p:nvSpPr>
          <p:cNvPr id="745" name="Google Shape;745;p62"/>
          <p:cNvSpPr/>
          <p:nvPr/>
        </p:nvSpPr>
        <p:spPr>
          <a:xfrm>
            <a:off x="1078992" y="0"/>
            <a:ext cx="6858000" cy="9144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600"/>
              <a:buFont typeface="Calibri"/>
              <a:buNone/>
            </a:pPr>
            <a:r>
              <a:rPr lang="en-US" sz="2600" b="1">
                <a:solidFill>
                  <a:srgbClr val="FFFFFF"/>
                </a:solidFill>
                <a:latin typeface="Calibri"/>
                <a:ea typeface="Calibri"/>
                <a:cs typeface="Calibri"/>
                <a:sym typeface="Calibri"/>
              </a:rPr>
              <a:t>Conclusion &amp; Future Scope</a:t>
            </a:r>
            <a:endParaRPr sz="2600">
              <a:solidFill>
                <a:schemeClr val="dk1"/>
              </a:solidFill>
              <a:latin typeface="Calibri"/>
              <a:ea typeface="Calibri"/>
              <a:cs typeface="Calibri"/>
              <a:sym typeface="Calibri"/>
            </a:endParaRPr>
          </a:p>
        </p:txBody>
      </p:sp>
      <p:sp>
        <p:nvSpPr>
          <p:cNvPr id="746" name="Google Shape;746;p62"/>
          <p:cNvSpPr/>
          <p:nvPr/>
        </p:nvSpPr>
        <p:spPr>
          <a:xfrm>
            <a:off x="6949440" y="0"/>
            <a:ext cx="640080" cy="91440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D1D9E6"/>
              </a:buClr>
              <a:buSzPts val="900"/>
              <a:buFont typeface="Calibri"/>
              <a:buNone/>
            </a:pPr>
            <a:r>
              <a:rPr lang="en-US" sz="900">
                <a:solidFill>
                  <a:srgbClr val="D1D9E6"/>
                </a:solidFill>
                <a:latin typeface="Calibri"/>
                <a:ea typeface="Calibri"/>
                <a:cs typeface="Calibri"/>
                <a:sym typeface="Calibri"/>
              </a:rPr>
              <a:t>10 / 10</a:t>
            </a:r>
            <a:endParaRPr sz="900">
              <a:solidFill>
                <a:schemeClr val="dk1"/>
              </a:solidFill>
              <a:latin typeface="Calibri"/>
              <a:ea typeface="Calibri"/>
              <a:cs typeface="Calibri"/>
              <a:sym typeface="Calibri"/>
            </a:endParaRPr>
          </a:p>
        </p:txBody>
      </p:sp>
      <p:sp>
        <p:nvSpPr>
          <p:cNvPr id="747" name="Google Shape;747;p62"/>
          <p:cNvSpPr/>
          <p:nvPr/>
        </p:nvSpPr>
        <p:spPr>
          <a:xfrm>
            <a:off x="256032" y="1078992"/>
            <a:ext cx="2834640" cy="3730752"/>
          </a:xfrm>
          <a:prstGeom prst="rect">
            <a:avLst/>
          </a:prstGeom>
          <a:solidFill>
            <a:srgbClr val="1E3A5F"/>
          </a:solidFill>
          <a:ln>
            <a:noFill/>
          </a:ln>
          <a:effectLst>
            <a:outerShdw blurRad="1270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62"/>
          <p:cNvSpPr/>
          <p:nvPr/>
        </p:nvSpPr>
        <p:spPr>
          <a:xfrm>
            <a:off x="256032" y="1078992"/>
            <a:ext cx="2834640" cy="658368"/>
          </a:xfrm>
          <a:prstGeom prst="rect">
            <a:avLst/>
          </a:prstGeom>
          <a:solidFill>
            <a:srgbClr val="2B5B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62"/>
          <p:cNvSpPr/>
          <p:nvPr/>
        </p:nvSpPr>
        <p:spPr>
          <a:xfrm>
            <a:off x="365760" y="1170432"/>
            <a:ext cx="475488" cy="475488"/>
          </a:xfrm>
          <a:prstGeom prst="ellipse">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50" name="Google Shape;750;p62" descr="preencoded.png"/>
          <p:cNvPicPr preferRelativeResize="0"/>
          <p:nvPr/>
        </p:nvPicPr>
        <p:blipFill rotWithShape="1">
          <a:blip r:embed="rId5">
            <a:alphaModFix/>
          </a:blip>
          <a:srcRect/>
          <a:stretch/>
        </p:blipFill>
        <p:spPr>
          <a:xfrm>
            <a:off x="402336" y="1207008"/>
            <a:ext cx="402336" cy="402336"/>
          </a:xfrm>
          <a:prstGeom prst="rect">
            <a:avLst/>
          </a:prstGeom>
          <a:noFill/>
          <a:ln>
            <a:noFill/>
          </a:ln>
        </p:spPr>
      </p:pic>
      <p:sp>
        <p:nvSpPr>
          <p:cNvPr id="751" name="Google Shape;751;p62"/>
          <p:cNvSpPr/>
          <p:nvPr/>
        </p:nvSpPr>
        <p:spPr>
          <a:xfrm>
            <a:off x="950976" y="1078992"/>
            <a:ext cx="2066544"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Project Summary</a:t>
            </a:r>
            <a:endParaRPr sz="1200">
              <a:solidFill>
                <a:schemeClr val="dk1"/>
              </a:solidFill>
              <a:latin typeface="Calibri"/>
              <a:ea typeface="Calibri"/>
              <a:cs typeface="Calibri"/>
              <a:sym typeface="Calibri"/>
            </a:endParaRPr>
          </a:p>
        </p:txBody>
      </p:sp>
      <p:sp>
        <p:nvSpPr>
          <p:cNvPr id="752" name="Google Shape;752;p62"/>
          <p:cNvSpPr/>
          <p:nvPr/>
        </p:nvSpPr>
        <p:spPr>
          <a:xfrm>
            <a:off x="420624" y="1792224"/>
            <a:ext cx="2505456" cy="2980944"/>
          </a:xfrm>
          <a:prstGeom prst="rect">
            <a:avLst/>
          </a:prstGeom>
          <a:noFill/>
          <a:ln>
            <a:noFill/>
          </a:ln>
        </p:spPr>
        <p:txBody>
          <a:bodyPr spcFirstLastPara="1" wrap="square" lIns="0" tIns="0" rIns="0" bIns="0" anchor="ctr" anchorCtr="0">
            <a:noAutofit/>
          </a:bodyPr>
          <a:lstStyle/>
          <a:p>
            <a:pPr marL="457200" indent="-304800" algn="just">
              <a:lnSpc>
                <a:spcPct val="115000"/>
              </a:lnSpc>
              <a:spcBef>
                <a:spcPts val="1200"/>
              </a:spcBef>
              <a:buClr>
                <a:schemeClr val="lt1"/>
              </a:buClr>
              <a:buSzPts val="1200"/>
              <a:buFont typeface="Calibri"/>
              <a:buChar char="•"/>
            </a:pPr>
            <a:r>
              <a:rPr lang="en-US" sz="1200" dirty="0" smtClean="0">
                <a:solidFill>
                  <a:schemeClr val="lt1"/>
                </a:solidFill>
                <a:latin typeface="Calibri"/>
                <a:ea typeface="Calibri"/>
                <a:cs typeface="Calibri"/>
                <a:sym typeface="Calibri"/>
              </a:rPr>
              <a:t>Successfully developed an interactive Tableau dashboard using the </a:t>
            </a:r>
            <a:r>
              <a:rPr lang="en-US" sz="1200" dirty="0" err="1" smtClean="0">
                <a:solidFill>
                  <a:schemeClr val="lt1"/>
                </a:solidFill>
                <a:latin typeface="Calibri"/>
                <a:ea typeface="Calibri"/>
                <a:cs typeface="Calibri"/>
                <a:sym typeface="Calibri"/>
              </a:rPr>
              <a:t>Olist</a:t>
            </a:r>
            <a:r>
              <a:rPr lang="en-US" sz="1200" dirty="0" smtClean="0">
                <a:solidFill>
                  <a:schemeClr val="lt1"/>
                </a:solidFill>
                <a:latin typeface="Calibri"/>
                <a:ea typeface="Calibri"/>
                <a:cs typeface="Calibri"/>
                <a:sym typeface="Calibri"/>
              </a:rPr>
              <a:t> Brazilian E-Commerce dataset. </a:t>
            </a:r>
          </a:p>
          <a:p>
            <a:pPr marL="457200" indent="-304800" algn="just">
              <a:lnSpc>
                <a:spcPct val="115000"/>
              </a:lnSpc>
              <a:spcBef>
                <a:spcPts val="1200"/>
              </a:spcBef>
              <a:buClr>
                <a:schemeClr val="lt1"/>
              </a:buClr>
              <a:buSzPts val="1200"/>
              <a:buFont typeface="Calibri"/>
              <a:buChar char="•"/>
            </a:pPr>
            <a:r>
              <a:rPr lang="en-US" sz="1200" dirty="0" smtClean="0">
                <a:solidFill>
                  <a:schemeClr val="lt1"/>
                </a:solidFill>
                <a:latin typeface="Calibri"/>
                <a:ea typeface="Calibri"/>
                <a:cs typeface="Calibri"/>
                <a:sym typeface="Calibri"/>
              </a:rPr>
              <a:t>Created business KPIs, charts, and visualizations to monitor sales performance and customer behavior.</a:t>
            </a:r>
            <a:endParaRPr sz="1200">
              <a:solidFill>
                <a:schemeClr val="lt1"/>
              </a:solidFill>
              <a:latin typeface="Calibri"/>
              <a:ea typeface="Calibri"/>
              <a:cs typeface="Calibri"/>
              <a:sym typeface="Calibri"/>
            </a:endParaRPr>
          </a:p>
          <a:p>
            <a:pPr marL="0" marR="0" lvl="0" indent="0" algn="l" rtl="0">
              <a:lnSpc>
                <a:spcPct val="115000"/>
              </a:lnSpc>
              <a:spcBef>
                <a:spcPts val="1600"/>
              </a:spcBef>
              <a:spcAft>
                <a:spcPts val="0"/>
              </a:spcAft>
              <a:buNone/>
            </a:pPr>
            <a:endParaRPr sz="1100">
              <a:solidFill>
                <a:srgbClr val="BDD5F0"/>
              </a:solidFill>
              <a:latin typeface="Calibri"/>
              <a:ea typeface="Calibri"/>
              <a:cs typeface="Calibri"/>
              <a:sym typeface="Calibri"/>
            </a:endParaRPr>
          </a:p>
        </p:txBody>
      </p:sp>
      <p:sp>
        <p:nvSpPr>
          <p:cNvPr id="753" name="Google Shape;753;p62"/>
          <p:cNvSpPr/>
          <p:nvPr/>
        </p:nvSpPr>
        <p:spPr>
          <a:xfrm>
            <a:off x="3218688" y="1078992"/>
            <a:ext cx="2834640" cy="3730752"/>
          </a:xfrm>
          <a:prstGeom prst="rect">
            <a:avLst/>
          </a:prstGeom>
          <a:solidFill>
            <a:srgbClr val="1E3A5F"/>
          </a:solidFill>
          <a:ln>
            <a:noFill/>
          </a:ln>
          <a:effectLst>
            <a:outerShdw blurRad="1270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62"/>
          <p:cNvSpPr/>
          <p:nvPr/>
        </p:nvSpPr>
        <p:spPr>
          <a:xfrm>
            <a:off x="3218688" y="1078992"/>
            <a:ext cx="2834640" cy="658368"/>
          </a:xfrm>
          <a:prstGeom prst="rect">
            <a:avLst/>
          </a:prstGeom>
          <a:solidFill>
            <a:srgbClr val="065A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62"/>
          <p:cNvSpPr/>
          <p:nvPr/>
        </p:nvSpPr>
        <p:spPr>
          <a:xfrm>
            <a:off x="3328416" y="1170432"/>
            <a:ext cx="475488" cy="475488"/>
          </a:xfrm>
          <a:prstGeom prst="ellipse">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56" name="Google Shape;756;p62" descr="preencoded.png"/>
          <p:cNvPicPr preferRelativeResize="0"/>
          <p:nvPr/>
        </p:nvPicPr>
        <p:blipFill rotWithShape="1">
          <a:blip r:embed="rId4">
            <a:alphaModFix/>
          </a:blip>
          <a:srcRect/>
          <a:stretch/>
        </p:blipFill>
        <p:spPr>
          <a:xfrm>
            <a:off x="3364992" y="1207008"/>
            <a:ext cx="402336" cy="402336"/>
          </a:xfrm>
          <a:prstGeom prst="rect">
            <a:avLst/>
          </a:prstGeom>
          <a:noFill/>
          <a:ln>
            <a:noFill/>
          </a:ln>
        </p:spPr>
      </p:pic>
      <p:sp>
        <p:nvSpPr>
          <p:cNvPr id="757" name="Google Shape;757;p62"/>
          <p:cNvSpPr/>
          <p:nvPr/>
        </p:nvSpPr>
        <p:spPr>
          <a:xfrm>
            <a:off x="3913632" y="1078992"/>
            <a:ext cx="2066544"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Achievements</a:t>
            </a:r>
            <a:endParaRPr sz="1200">
              <a:solidFill>
                <a:schemeClr val="dk1"/>
              </a:solidFill>
              <a:latin typeface="Calibri"/>
              <a:ea typeface="Calibri"/>
              <a:cs typeface="Calibri"/>
              <a:sym typeface="Calibri"/>
            </a:endParaRPr>
          </a:p>
        </p:txBody>
      </p:sp>
      <p:sp>
        <p:nvSpPr>
          <p:cNvPr id="758" name="Google Shape;758;p62"/>
          <p:cNvSpPr/>
          <p:nvPr/>
        </p:nvSpPr>
        <p:spPr>
          <a:xfrm>
            <a:off x="3383280" y="1792224"/>
            <a:ext cx="2505456" cy="1922526"/>
          </a:xfrm>
          <a:prstGeom prst="rect">
            <a:avLst/>
          </a:prstGeom>
          <a:noFill/>
          <a:ln>
            <a:noFill/>
          </a:ln>
        </p:spPr>
        <p:txBody>
          <a:bodyPr spcFirstLastPara="1" wrap="square" lIns="0" tIns="0" rIns="0" bIns="0" anchor="ctr" anchorCtr="0">
            <a:noAutofit/>
          </a:bodyPr>
          <a:lstStyle/>
          <a:p>
            <a:pPr marL="457200" lvl="0" indent="-304800">
              <a:lnSpc>
                <a:spcPct val="150000"/>
              </a:lnSpc>
              <a:spcBef>
                <a:spcPts val="1200"/>
              </a:spcBef>
              <a:buClr>
                <a:srgbClr val="BDD5F0"/>
              </a:buClr>
              <a:buSzPts val="1200"/>
              <a:buFont typeface="Calibri"/>
              <a:buChar char="•"/>
            </a:pPr>
            <a:r>
              <a:rPr lang="en-US" sz="1200" dirty="0" smtClean="0">
                <a:solidFill>
                  <a:srgbClr val="BDD5F0"/>
                </a:solidFill>
                <a:latin typeface="Calibri"/>
                <a:ea typeface="Calibri"/>
                <a:cs typeface="Calibri"/>
                <a:sym typeface="Calibri"/>
              </a:rPr>
              <a:t>Interactive Dashboard</a:t>
            </a:r>
            <a:endParaRPr sz="1200" smtClean="0">
              <a:solidFill>
                <a:srgbClr val="BDD5F0"/>
              </a:solidFill>
              <a:latin typeface="Calibri"/>
              <a:ea typeface="Calibri"/>
              <a:cs typeface="Calibri"/>
              <a:sym typeface="Calibri"/>
            </a:endParaRPr>
          </a:p>
          <a:p>
            <a:pPr marL="457200" lvl="0" indent="-304800">
              <a:lnSpc>
                <a:spcPct val="150000"/>
              </a:lnSpc>
              <a:buClr>
                <a:srgbClr val="BDD5F0"/>
              </a:buClr>
              <a:buSzPts val="1200"/>
              <a:buFont typeface="Calibri"/>
              <a:buChar char="•"/>
            </a:pPr>
            <a:r>
              <a:rPr lang="en-US" sz="1200" dirty="0" smtClean="0">
                <a:solidFill>
                  <a:srgbClr val="BDD5F0"/>
                </a:solidFill>
                <a:latin typeface="Calibri"/>
                <a:ea typeface="Calibri"/>
                <a:cs typeface="Calibri"/>
                <a:sym typeface="Calibri"/>
              </a:rPr>
              <a:t>Professional KPI Cards </a:t>
            </a:r>
          </a:p>
          <a:p>
            <a:pPr marL="457200" lvl="0" indent="-304800">
              <a:lnSpc>
                <a:spcPct val="150000"/>
              </a:lnSpc>
              <a:buClr>
                <a:srgbClr val="BDD5F0"/>
              </a:buClr>
              <a:buSzPts val="1200"/>
              <a:buFont typeface="Calibri"/>
              <a:buChar char="•"/>
            </a:pPr>
            <a:r>
              <a:rPr lang="en-US" sz="1200" dirty="0" smtClean="0">
                <a:solidFill>
                  <a:srgbClr val="BDD5F0"/>
                </a:solidFill>
                <a:latin typeface="Calibri"/>
                <a:ea typeface="Calibri"/>
                <a:cs typeface="Calibri"/>
                <a:sym typeface="Calibri"/>
              </a:rPr>
              <a:t>Multiple Business Charts</a:t>
            </a:r>
          </a:p>
          <a:p>
            <a:pPr marL="457200" indent="-304800">
              <a:lnSpc>
                <a:spcPct val="150000"/>
              </a:lnSpc>
              <a:buClr>
                <a:srgbClr val="BDD5F0"/>
              </a:buClr>
              <a:buSzPts val="1200"/>
              <a:buFont typeface="Calibri"/>
              <a:buChar char="•"/>
            </a:pPr>
            <a:r>
              <a:rPr lang="en-US" sz="1100" dirty="0" smtClean="0">
                <a:solidFill>
                  <a:srgbClr val="BDD5F0"/>
                </a:solidFill>
                <a:latin typeface="Calibri"/>
                <a:ea typeface="Calibri"/>
                <a:cs typeface="Calibri"/>
                <a:sym typeface="Calibri"/>
              </a:rPr>
              <a:t>Real-world Data Analysis</a:t>
            </a:r>
            <a:endParaRPr sz="1100">
              <a:solidFill>
                <a:srgbClr val="BDD5F0"/>
              </a:solidFill>
              <a:latin typeface="Calibri"/>
              <a:ea typeface="Calibri"/>
              <a:cs typeface="Calibri"/>
              <a:sym typeface="Calibri"/>
            </a:endParaRPr>
          </a:p>
        </p:txBody>
      </p:sp>
      <p:sp>
        <p:nvSpPr>
          <p:cNvPr id="759" name="Google Shape;759;p62"/>
          <p:cNvSpPr/>
          <p:nvPr/>
        </p:nvSpPr>
        <p:spPr>
          <a:xfrm>
            <a:off x="6181344" y="1078992"/>
            <a:ext cx="2834640" cy="3730752"/>
          </a:xfrm>
          <a:prstGeom prst="rect">
            <a:avLst/>
          </a:prstGeom>
          <a:solidFill>
            <a:srgbClr val="1E3A5F"/>
          </a:solidFill>
          <a:ln>
            <a:noFill/>
          </a:ln>
          <a:effectLst>
            <a:outerShdw blurRad="127000" dist="25400" dir="8100000" algn="bl" rotWithShape="0">
              <a:srgbClr val="000000">
                <a:alpha val="2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62"/>
          <p:cNvSpPr/>
          <p:nvPr/>
        </p:nvSpPr>
        <p:spPr>
          <a:xfrm>
            <a:off x="6181344" y="1078992"/>
            <a:ext cx="2834640" cy="658368"/>
          </a:xfrm>
          <a:prstGeom prst="rect">
            <a:avLst/>
          </a:prstGeom>
          <a:solidFill>
            <a:srgbClr val="1A6E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62"/>
          <p:cNvSpPr/>
          <p:nvPr/>
        </p:nvSpPr>
        <p:spPr>
          <a:xfrm>
            <a:off x="6291072" y="1170432"/>
            <a:ext cx="475488" cy="475488"/>
          </a:xfrm>
          <a:prstGeom prst="ellipse">
            <a:avLst/>
          </a:prstGeom>
          <a:solidFill>
            <a:srgbClr val="FFFFFF">
              <a:alpha val="8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62" name="Google Shape;762;p62" descr="preencoded.png"/>
          <p:cNvPicPr preferRelativeResize="0"/>
          <p:nvPr/>
        </p:nvPicPr>
        <p:blipFill rotWithShape="1">
          <a:blip r:embed="rId6">
            <a:alphaModFix/>
          </a:blip>
          <a:srcRect/>
          <a:stretch/>
        </p:blipFill>
        <p:spPr>
          <a:xfrm>
            <a:off x="6327648" y="1207008"/>
            <a:ext cx="402336" cy="402336"/>
          </a:xfrm>
          <a:prstGeom prst="rect">
            <a:avLst/>
          </a:prstGeom>
          <a:noFill/>
          <a:ln>
            <a:noFill/>
          </a:ln>
        </p:spPr>
      </p:pic>
      <p:sp>
        <p:nvSpPr>
          <p:cNvPr id="763" name="Google Shape;763;p62"/>
          <p:cNvSpPr/>
          <p:nvPr/>
        </p:nvSpPr>
        <p:spPr>
          <a:xfrm>
            <a:off x="6876288" y="1078992"/>
            <a:ext cx="2066544"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Calibri"/>
              <a:buNone/>
            </a:pPr>
            <a:r>
              <a:rPr lang="en-US" sz="1200" b="1">
                <a:solidFill>
                  <a:srgbClr val="FFFFFF"/>
                </a:solidFill>
                <a:latin typeface="Calibri"/>
                <a:ea typeface="Calibri"/>
                <a:cs typeface="Calibri"/>
                <a:sym typeface="Calibri"/>
              </a:rPr>
              <a:t>Future Improvements</a:t>
            </a:r>
            <a:endParaRPr sz="1200">
              <a:solidFill>
                <a:schemeClr val="dk1"/>
              </a:solidFill>
              <a:latin typeface="Calibri"/>
              <a:ea typeface="Calibri"/>
              <a:cs typeface="Calibri"/>
              <a:sym typeface="Calibri"/>
            </a:endParaRPr>
          </a:p>
        </p:txBody>
      </p:sp>
      <p:sp>
        <p:nvSpPr>
          <p:cNvPr id="764" name="Google Shape;764;p62"/>
          <p:cNvSpPr/>
          <p:nvPr/>
        </p:nvSpPr>
        <p:spPr>
          <a:xfrm>
            <a:off x="6345936" y="1792224"/>
            <a:ext cx="2505456" cy="2980944"/>
          </a:xfrm>
          <a:prstGeom prst="rect">
            <a:avLst/>
          </a:prstGeom>
          <a:noFill/>
          <a:ln>
            <a:noFill/>
          </a:ln>
        </p:spPr>
        <p:txBody>
          <a:bodyPr spcFirstLastPara="1" wrap="square" lIns="0" tIns="0" rIns="0" bIns="0" anchor="ctr" anchorCtr="0">
            <a:noAutofit/>
          </a:bodyPr>
          <a:lstStyle/>
          <a:p>
            <a:pPr marL="457200" lvl="0" indent="-304800">
              <a:lnSpc>
                <a:spcPct val="150000"/>
              </a:lnSpc>
              <a:spcBef>
                <a:spcPts val="1200"/>
              </a:spcBef>
              <a:buClr>
                <a:srgbClr val="BDD5F0"/>
              </a:buClr>
              <a:buSzPts val="1200"/>
              <a:buFont typeface="Calibri"/>
              <a:buChar char="•"/>
            </a:pPr>
            <a:r>
              <a:rPr lang="en-US" sz="1200" dirty="0" smtClean="0">
                <a:solidFill>
                  <a:srgbClr val="BDD5F0"/>
                </a:solidFill>
                <a:latin typeface="Calibri"/>
                <a:ea typeface="Calibri"/>
                <a:cs typeface="Calibri"/>
                <a:sym typeface="Calibri"/>
              </a:rPr>
              <a:t>Region-wise Sales Analysis </a:t>
            </a:r>
          </a:p>
          <a:p>
            <a:pPr marL="457200" lvl="0" indent="-304800">
              <a:lnSpc>
                <a:spcPct val="150000"/>
              </a:lnSpc>
              <a:spcBef>
                <a:spcPts val="1200"/>
              </a:spcBef>
              <a:buClr>
                <a:srgbClr val="BDD5F0"/>
              </a:buClr>
              <a:buSzPts val="1200"/>
              <a:buFont typeface="Calibri"/>
              <a:buChar char="•"/>
            </a:pPr>
            <a:r>
              <a:rPr lang="en-US" sz="1200" dirty="0" smtClean="0">
                <a:solidFill>
                  <a:srgbClr val="BDD5F0"/>
                </a:solidFill>
                <a:latin typeface="Calibri"/>
                <a:ea typeface="Calibri"/>
                <a:cs typeface="Calibri"/>
                <a:sym typeface="Calibri"/>
              </a:rPr>
              <a:t>Customer Segmentation </a:t>
            </a:r>
          </a:p>
          <a:p>
            <a:pPr marL="457200" lvl="0" indent="-304800">
              <a:lnSpc>
                <a:spcPct val="150000"/>
              </a:lnSpc>
              <a:spcBef>
                <a:spcPts val="1200"/>
              </a:spcBef>
              <a:buClr>
                <a:srgbClr val="BDD5F0"/>
              </a:buClr>
              <a:buSzPts val="1200"/>
              <a:buFont typeface="Calibri"/>
              <a:buChar char="•"/>
            </a:pPr>
            <a:r>
              <a:rPr lang="en-US" sz="1200" dirty="0" smtClean="0">
                <a:solidFill>
                  <a:srgbClr val="BDD5F0"/>
                </a:solidFill>
                <a:latin typeface="Calibri"/>
                <a:ea typeface="Calibri"/>
                <a:cs typeface="Calibri"/>
                <a:sym typeface="Calibri"/>
              </a:rPr>
              <a:t>Profit Dashboard </a:t>
            </a:r>
          </a:p>
          <a:p>
            <a:pPr marL="457200" lvl="0" indent="-304800">
              <a:lnSpc>
                <a:spcPct val="150000"/>
              </a:lnSpc>
              <a:spcBef>
                <a:spcPts val="1200"/>
              </a:spcBef>
              <a:buClr>
                <a:srgbClr val="BDD5F0"/>
              </a:buClr>
              <a:buSzPts val="1200"/>
              <a:buFont typeface="Calibri"/>
              <a:buChar char="•"/>
            </a:pPr>
            <a:r>
              <a:rPr lang="en-US" sz="1200" dirty="0" smtClean="0">
                <a:solidFill>
                  <a:srgbClr val="BDD5F0"/>
                </a:solidFill>
                <a:latin typeface="Calibri"/>
                <a:ea typeface="Calibri"/>
                <a:cs typeface="Calibri"/>
                <a:sym typeface="Calibri"/>
              </a:rPr>
              <a:t>Forecasting </a:t>
            </a:r>
          </a:p>
          <a:p>
            <a:pPr marL="457200" lvl="0" indent="-304800">
              <a:lnSpc>
                <a:spcPct val="150000"/>
              </a:lnSpc>
              <a:spcBef>
                <a:spcPts val="1200"/>
              </a:spcBef>
              <a:buClr>
                <a:srgbClr val="BDD5F0"/>
              </a:buClr>
              <a:buSzPts val="1200"/>
              <a:buFont typeface="Calibri"/>
              <a:buChar char="•"/>
            </a:pPr>
            <a:r>
              <a:rPr lang="en-US" sz="1200" dirty="0" smtClean="0">
                <a:solidFill>
                  <a:srgbClr val="BDD5F0"/>
                </a:solidFill>
                <a:latin typeface="Calibri"/>
                <a:ea typeface="Calibri"/>
                <a:cs typeface="Calibri"/>
                <a:sym typeface="Calibri"/>
              </a:rPr>
              <a:t>Live Data Integration</a:t>
            </a:r>
            <a:endParaRPr sz="1100">
              <a:solidFill>
                <a:srgbClr val="BDD5F0"/>
              </a:solidFill>
              <a:latin typeface="Calibri"/>
              <a:ea typeface="Calibri"/>
              <a:cs typeface="Calibri"/>
              <a:sym typeface="Calibri"/>
            </a:endParaRPr>
          </a:p>
        </p:txBody>
      </p:sp>
      <p:sp>
        <p:nvSpPr>
          <p:cNvPr id="765" name="Google Shape;765;p62"/>
          <p:cNvSpPr/>
          <p:nvPr/>
        </p:nvSpPr>
        <p:spPr>
          <a:xfrm>
            <a:off x="256032" y="4864608"/>
            <a:ext cx="8631936" cy="201168"/>
          </a:xfrm>
          <a:prstGeom prst="rect">
            <a:avLst/>
          </a:prstGeom>
          <a:solidFill>
            <a:srgbClr val="3AACF0">
              <a:alpha val="6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62"/>
          <p:cNvSpPr/>
          <p:nvPr/>
        </p:nvSpPr>
        <p:spPr>
          <a:xfrm>
            <a:off x="256032" y="4864608"/>
            <a:ext cx="8631936"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Calibri"/>
              <a:buNone/>
            </a:pPr>
            <a:r>
              <a:rPr lang="en-US" sz="850" dirty="0" smtClean="0">
                <a:solidFill>
                  <a:srgbClr val="FFFFFF"/>
                </a:solidFill>
                <a:latin typeface="Calibri"/>
                <a:ea typeface="Calibri"/>
                <a:cs typeface="Calibri"/>
                <a:sym typeface="Calibri"/>
              </a:rPr>
              <a:t>Thank You  |  Questions &amp; Feedback Welcome  |  Data Analytics Intern </a:t>
            </a:r>
            <a:r>
              <a:rPr lang="en-US" sz="850" dirty="0" err="1" smtClean="0">
                <a:solidFill>
                  <a:srgbClr val="FFFFFF"/>
                </a:solidFill>
                <a:latin typeface="Calibri"/>
                <a:ea typeface="Calibri"/>
                <a:cs typeface="Calibri"/>
                <a:sym typeface="Calibri"/>
              </a:rPr>
              <a:t>EduTech</a:t>
            </a:r>
            <a:r>
              <a:rPr lang="en-US" sz="850" dirty="0" smtClean="0">
                <a:solidFill>
                  <a:srgbClr val="FFFFFF"/>
                </a:solidFill>
                <a:latin typeface="Calibri"/>
                <a:ea typeface="Calibri"/>
                <a:cs typeface="Calibri"/>
                <a:sym typeface="Calibri"/>
              </a:rPr>
              <a:t> Solutions  |  [</a:t>
            </a:r>
            <a:r>
              <a:rPr lang="en-US" sz="850" dirty="0" err="1" smtClean="0">
                <a:solidFill>
                  <a:srgbClr val="FFFFFF"/>
                </a:solidFill>
                <a:latin typeface="Calibri"/>
                <a:ea typeface="Calibri"/>
                <a:cs typeface="Calibri"/>
                <a:sym typeface="Calibri"/>
              </a:rPr>
              <a:t>Disha</a:t>
            </a:r>
            <a:r>
              <a:rPr lang="en-US" sz="850" dirty="0" smtClean="0">
                <a:solidFill>
                  <a:srgbClr val="FFFFFF"/>
                </a:solidFill>
                <a:latin typeface="Calibri"/>
                <a:ea typeface="Calibri"/>
                <a:cs typeface="Calibri"/>
                <a:sym typeface="Calibri"/>
              </a:rPr>
              <a:t> </a:t>
            </a:r>
            <a:r>
              <a:rPr lang="en-US" sz="850" dirty="0" err="1" smtClean="0">
                <a:solidFill>
                  <a:srgbClr val="FFFFFF"/>
                </a:solidFill>
                <a:latin typeface="Calibri"/>
                <a:ea typeface="Calibri"/>
                <a:cs typeface="Calibri"/>
                <a:sym typeface="Calibri"/>
              </a:rPr>
              <a:t>Mourya</a:t>
            </a:r>
            <a:r>
              <a:rPr lang="en-US" sz="850" dirty="0" smtClean="0">
                <a:solidFill>
                  <a:srgbClr val="FFFFFF"/>
                </a:solidFill>
                <a:latin typeface="Calibri"/>
                <a:ea typeface="Calibri"/>
                <a:cs typeface="Calibri"/>
                <a:sym typeface="Calibri"/>
              </a:rPr>
              <a:t>]</a:t>
            </a:r>
            <a:endParaRPr sz="85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243</TotalTime>
  <Words>1139</Words>
  <PresentationFormat>On-screen Show (16:9)</PresentationFormat>
  <Paragraphs>247</Paragraphs>
  <Slides>14</Slides>
  <Notes>14</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Arial</vt:lpstr>
      <vt:lpstr>Calibri</vt:lpstr>
      <vt:lpstr>Inter</vt:lpstr>
      <vt:lpstr>Wingdings</vt:lpstr>
      <vt:lpstr>Office Theme</vt:lpstr>
      <vt:lpstr>Project timeline/workflow presentation | Style 2 | Subway</vt:lpstr>
      <vt:lpstr>Slide 1</vt:lpstr>
      <vt:lpstr>Project Timeline Presentation</vt:lpstr>
      <vt:lpstr>Contents</vt:lpstr>
      <vt:lpstr>Slide 4</vt:lpstr>
      <vt:lpstr>Slide 5</vt:lpstr>
      <vt:lpstr>Briefly describe the project objectives</vt:lpstr>
      <vt:lpstr>Project overview</vt:lpstr>
      <vt:lpstr>Slide 8</vt:lpstr>
      <vt:lpstr>Slide 9</vt:lpstr>
      <vt:lpstr>Slide 10</vt:lpstr>
      <vt:lpstr>Slide 11</vt:lpstr>
      <vt:lpstr>Slide 12</vt:lpstr>
      <vt:lpstr>Slide 13</vt:lpstr>
      <vt:lpstr>Slide 14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pc</cp:lastModifiedBy>
  <cp:revision>32</cp:revision>
  <dcterms:modified xsi:type="dcterms:W3CDTF">2026-08-03T08:07:12Z</dcterms:modified>
</cp:coreProperties>
</file>